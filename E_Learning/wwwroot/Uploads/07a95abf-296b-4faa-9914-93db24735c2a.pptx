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tmp" ContentType="image/png"/>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90" r:id="rId1"/>
  </p:sldMasterIdLst>
  <p:notesMasterIdLst>
    <p:notesMasterId r:id="rId21"/>
  </p:notesMasterIdLst>
  <p:sldIdLst>
    <p:sldId id="256" r:id="rId2"/>
    <p:sldId id="258" r:id="rId3"/>
    <p:sldId id="261" r:id="rId4"/>
    <p:sldId id="264" r:id="rId5"/>
    <p:sldId id="269" r:id="rId6"/>
    <p:sldId id="272" r:id="rId7"/>
    <p:sldId id="310" r:id="rId8"/>
    <p:sldId id="311" r:id="rId9"/>
    <p:sldId id="312" r:id="rId10"/>
    <p:sldId id="313" r:id="rId11"/>
    <p:sldId id="314" r:id="rId12"/>
    <p:sldId id="315" r:id="rId13"/>
    <p:sldId id="273" r:id="rId14"/>
    <p:sldId id="277" r:id="rId15"/>
    <p:sldId id="278" r:id="rId16"/>
    <p:sldId id="316" r:id="rId17"/>
    <p:sldId id="317" r:id="rId18"/>
    <p:sldId id="318" r:id="rId19"/>
    <p:sldId id="319" r:id="rId20"/>
  </p:sldIdLst>
  <p:sldSz cx="9144000" cy="5143500" type="screen16x9"/>
  <p:notesSz cx="6858000" cy="9144000"/>
  <p:embeddedFontLst>
    <p:embeddedFont>
      <p:font typeface="Abhaya Libre" panose="020B0604020202020204" charset="0"/>
      <p:regular r:id="rId22"/>
      <p:bold r:id="rId23"/>
    </p:embeddedFont>
    <p:embeddedFont>
      <p:font typeface="Advent Pro" panose="020B0604020202020204" charset="0"/>
      <p:regular r:id="rId24"/>
      <p:bold r:id="rId25"/>
      <p:italic r:id="rId26"/>
      <p:boldItalic r:id="rId27"/>
    </p:embeddedFont>
    <p:embeddedFont>
      <p:font typeface="Advent Pro Medium" panose="020B0604020202020204" charset="0"/>
      <p:regular r:id="rId28"/>
      <p:bold r:id="rId29"/>
      <p:italic r:id="rId30"/>
      <p:boldItalic r:id="rId31"/>
    </p:embeddedFont>
    <p:embeddedFont>
      <p:font typeface="Aldrich" panose="020B0604020202020204" charset="0"/>
      <p:regular r:id="rId32"/>
    </p:embeddedFont>
    <p:embeddedFont>
      <p:font typeface="Roboto Condensed Light" panose="02000000000000000000" pitchFamily="2" charset="0"/>
      <p:regular r:id="rId33"/>
      <p:italic r:id="rId34"/>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AC97E033-642D-4099-9873-32F4057DC744}">
  <a:tblStyle styleId="{AC97E033-642D-4099-9873-32F4057DC744}" styleName="Table_0">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73" d="100"/>
          <a:sy n="73" d="100"/>
        </p:scale>
        <p:origin x="1080" y="4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font" Target="fonts/font5.fntdata"/><Relationship Id="rId21" Type="http://schemas.openxmlformats.org/officeDocument/2006/relationships/notesMaster" Target="notesMasters/notesMaster1.xml"/><Relationship Id="rId34" Type="http://schemas.openxmlformats.org/officeDocument/2006/relationships/font" Target="fonts/font13.fnt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font" Target="fonts/font4.fntdata"/><Relationship Id="rId33" Type="http://schemas.openxmlformats.org/officeDocument/2006/relationships/font" Target="fonts/font12.fntdata"/><Relationship Id="rId38"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font" Target="fonts/font8.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3.fntdata"/><Relationship Id="rId32" Type="http://schemas.openxmlformats.org/officeDocument/2006/relationships/font" Target="fonts/font11.fntdata"/><Relationship Id="rId37"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font" Target="fonts/font2.fntdata"/><Relationship Id="rId28" Type="http://schemas.openxmlformats.org/officeDocument/2006/relationships/font" Target="fonts/font7.fntdata"/><Relationship Id="rId36"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font" Target="fonts/font10.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font" Target="fonts/font1.fntdata"/><Relationship Id="rId27" Type="http://schemas.openxmlformats.org/officeDocument/2006/relationships/font" Target="fonts/font6.fntdata"/><Relationship Id="rId30" Type="http://schemas.openxmlformats.org/officeDocument/2006/relationships/font" Target="fonts/font9.fntdata"/><Relationship Id="rId35" Type="http://schemas.openxmlformats.org/officeDocument/2006/relationships/presProps" Target="presProps.xml"/><Relationship Id="rId8" Type="http://schemas.openxmlformats.org/officeDocument/2006/relationships/slide" Target="slides/slide7.xml"/><Relationship Id="rId3"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82"/>
        <p:cNvGrpSpPr/>
        <p:nvPr/>
      </p:nvGrpSpPr>
      <p:grpSpPr>
        <a:xfrm>
          <a:off x="0" y="0"/>
          <a:ext cx="0" cy="0"/>
          <a:chOff x="0" y="0"/>
          <a:chExt cx="0" cy="0"/>
        </a:xfrm>
      </p:grpSpPr>
      <p:sp>
        <p:nvSpPr>
          <p:cNvPr id="383" name="Google Shape;383;g194f82a0bd9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84" name="Google Shape;384;g194f82a0bd9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01"/>
        <p:cNvGrpSpPr/>
        <p:nvPr/>
      </p:nvGrpSpPr>
      <p:grpSpPr>
        <a:xfrm>
          <a:off x="0" y="0"/>
          <a:ext cx="0" cy="0"/>
          <a:chOff x="0" y="0"/>
          <a:chExt cx="0" cy="0"/>
        </a:xfrm>
      </p:grpSpPr>
      <p:sp>
        <p:nvSpPr>
          <p:cNvPr id="402" name="Google Shape;402;g15207a17831_0_14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03" name="Google Shape;403;g15207a17831_0_14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38"/>
        <p:cNvGrpSpPr/>
        <p:nvPr/>
      </p:nvGrpSpPr>
      <p:grpSpPr>
        <a:xfrm>
          <a:off x="0" y="0"/>
          <a:ext cx="0" cy="0"/>
          <a:chOff x="0" y="0"/>
          <a:chExt cx="0" cy="0"/>
        </a:xfrm>
      </p:grpSpPr>
      <p:sp>
        <p:nvSpPr>
          <p:cNvPr id="439" name="Google Shape;439;g15207a17831_0_30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40" name="Google Shape;440;g15207a17831_0_30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04"/>
        <p:cNvGrpSpPr/>
        <p:nvPr/>
      </p:nvGrpSpPr>
      <p:grpSpPr>
        <a:xfrm>
          <a:off x="0" y="0"/>
          <a:ext cx="0" cy="0"/>
          <a:chOff x="0" y="0"/>
          <a:chExt cx="0" cy="0"/>
        </a:xfrm>
      </p:grpSpPr>
      <p:sp>
        <p:nvSpPr>
          <p:cNvPr id="505" name="Google Shape;505;g152a7caf94b_1_9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06" name="Google Shape;506;g152a7caf94b_1_9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09"/>
        <p:cNvGrpSpPr/>
        <p:nvPr/>
      </p:nvGrpSpPr>
      <p:grpSpPr>
        <a:xfrm>
          <a:off x="0" y="0"/>
          <a:ext cx="0" cy="0"/>
          <a:chOff x="0" y="0"/>
          <a:chExt cx="0" cy="0"/>
        </a:xfrm>
      </p:grpSpPr>
      <p:sp>
        <p:nvSpPr>
          <p:cNvPr id="610" name="Google Shape;610;g157d03485c9_2_96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11" name="Google Shape;611;g157d03485c9_2_96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45"/>
        <p:cNvGrpSpPr/>
        <p:nvPr/>
      </p:nvGrpSpPr>
      <p:grpSpPr>
        <a:xfrm>
          <a:off x="0" y="0"/>
          <a:ext cx="0" cy="0"/>
          <a:chOff x="0" y="0"/>
          <a:chExt cx="0" cy="0"/>
        </a:xfrm>
      </p:grpSpPr>
      <p:sp>
        <p:nvSpPr>
          <p:cNvPr id="746" name="Google Shape;746;g152a7caf94b_1_172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47" name="Google Shape;747;g152a7caf94b_1_172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52"/>
        <p:cNvGrpSpPr/>
        <p:nvPr/>
      </p:nvGrpSpPr>
      <p:grpSpPr>
        <a:xfrm>
          <a:off x="0" y="0"/>
          <a:ext cx="0" cy="0"/>
          <a:chOff x="0" y="0"/>
          <a:chExt cx="0" cy="0"/>
        </a:xfrm>
      </p:grpSpPr>
      <p:sp>
        <p:nvSpPr>
          <p:cNvPr id="753" name="Google Shape;753;g157d03485c9_2_98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54" name="Google Shape;754;g157d03485c9_2_98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93"/>
        <p:cNvGrpSpPr/>
        <p:nvPr/>
      </p:nvGrpSpPr>
      <p:grpSpPr>
        <a:xfrm>
          <a:off x="0" y="0"/>
          <a:ext cx="0" cy="0"/>
          <a:chOff x="0" y="0"/>
          <a:chExt cx="0" cy="0"/>
        </a:xfrm>
      </p:grpSpPr>
      <p:sp>
        <p:nvSpPr>
          <p:cNvPr id="1194" name="Google Shape;1194;g152a7caf94b_1_269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95" name="Google Shape;1195;g152a7caf94b_1_269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06"/>
        <p:cNvGrpSpPr/>
        <p:nvPr/>
      </p:nvGrpSpPr>
      <p:grpSpPr>
        <a:xfrm>
          <a:off x="0" y="0"/>
          <a:ext cx="0" cy="0"/>
          <a:chOff x="0" y="0"/>
          <a:chExt cx="0" cy="0"/>
        </a:xfrm>
      </p:grpSpPr>
      <p:sp>
        <p:nvSpPr>
          <p:cNvPr id="1207" name="Google Shape;1207;g157d03485c9_2_104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08" name="Google Shape;1208;g157d03485c9_2_104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4.png"/></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3.png"/></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3.png"/></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8"/>
        <p:cNvGrpSpPr/>
        <p:nvPr/>
      </p:nvGrpSpPr>
      <p:grpSpPr>
        <a:xfrm>
          <a:off x="0" y="0"/>
          <a:ext cx="0" cy="0"/>
          <a:chOff x="0" y="0"/>
          <a:chExt cx="0" cy="0"/>
        </a:xfrm>
      </p:grpSpPr>
      <p:pic>
        <p:nvPicPr>
          <p:cNvPr id="9" name="Google Shape;9;p2"/>
          <p:cNvPicPr preferRelativeResize="0"/>
          <p:nvPr/>
        </p:nvPicPr>
        <p:blipFill>
          <a:blip r:embed="rId2">
            <a:alphaModFix/>
          </a:blip>
          <a:stretch>
            <a:fillRect/>
          </a:stretch>
        </p:blipFill>
        <p:spPr>
          <a:xfrm>
            <a:off x="-1" y="-361900"/>
            <a:ext cx="9144003" cy="6518663"/>
          </a:xfrm>
          <a:prstGeom prst="rect">
            <a:avLst/>
          </a:prstGeom>
          <a:noFill/>
          <a:ln>
            <a:noFill/>
          </a:ln>
        </p:spPr>
      </p:pic>
      <p:sp>
        <p:nvSpPr>
          <p:cNvPr id="10" name="Google Shape;10;p2"/>
          <p:cNvSpPr txBox="1">
            <a:spLocks noGrp="1"/>
          </p:cNvSpPr>
          <p:nvPr>
            <p:ph type="ctrTitle"/>
          </p:nvPr>
        </p:nvSpPr>
        <p:spPr>
          <a:xfrm>
            <a:off x="2558550" y="1096050"/>
            <a:ext cx="4026900" cy="2377800"/>
          </a:xfrm>
          <a:prstGeom prst="rect">
            <a:avLst/>
          </a:prstGeom>
          <a:noFill/>
        </p:spPr>
        <p:txBody>
          <a:bodyPr spcFirstLastPara="1" wrap="square" lIns="91425" tIns="91425" rIns="91425" bIns="91425" anchor="ctr" anchorCtr="0">
            <a:noAutofit/>
          </a:bodyPr>
          <a:lstStyle>
            <a:lvl1pPr lvl="0" algn="ctr">
              <a:lnSpc>
                <a:spcPct val="90000"/>
              </a:lnSpc>
              <a:spcBef>
                <a:spcPts val="0"/>
              </a:spcBef>
              <a:spcAft>
                <a:spcPts val="0"/>
              </a:spcAft>
              <a:buSzPts val="5200"/>
              <a:buNone/>
              <a:defRPr sz="7000">
                <a:latin typeface="Aldrich"/>
                <a:ea typeface="Aldrich"/>
                <a:cs typeface="Aldrich"/>
                <a:sym typeface="Aldrich"/>
              </a:defRPr>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a:endParaRPr/>
          </a:p>
        </p:txBody>
      </p:sp>
      <p:sp>
        <p:nvSpPr>
          <p:cNvPr id="11" name="Google Shape;11;p2"/>
          <p:cNvSpPr txBox="1">
            <a:spLocks noGrp="1"/>
          </p:cNvSpPr>
          <p:nvPr>
            <p:ph type="subTitle" idx="1"/>
          </p:nvPr>
        </p:nvSpPr>
        <p:spPr>
          <a:xfrm>
            <a:off x="2558550" y="3545000"/>
            <a:ext cx="4026900" cy="435300"/>
          </a:xfrm>
          <a:prstGeom prst="rect">
            <a:avLst/>
          </a:prstGeom>
        </p:spPr>
        <p:txBody>
          <a:bodyPr spcFirstLastPara="1" wrap="square" lIns="91425" tIns="91425" rIns="91425" bIns="91425" anchor="b" anchorCtr="0">
            <a:noAutofit/>
          </a:bodyPr>
          <a:lstStyle>
            <a:lvl1pPr lvl="0" algn="ctr">
              <a:lnSpc>
                <a:spcPct val="100000"/>
              </a:lnSpc>
              <a:spcBef>
                <a:spcPts val="0"/>
              </a:spcBef>
              <a:spcAft>
                <a:spcPts val="0"/>
              </a:spcAft>
              <a:buSzPts val="2800"/>
              <a:buNone/>
              <a:defRPr sz="1600">
                <a:solidFill>
                  <a:schemeClr val="lt1"/>
                </a:solidFill>
                <a:latin typeface="Advent Pro"/>
                <a:ea typeface="Advent Pro"/>
                <a:cs typeface="Advent Pro"/>
                <a:sym typeface="Advent Pro"/>
              </a:defRPr>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12"/>
        <p:cNvGrpSpPr/>
        <p:nvPr/>
      </p:nvGrpSpPr>
      <p:grpSpPr>
        <a:xfrm>
          <a:off x="0" y="0"/>
          <a:ext cx="0" cy="0"/>
          <a:chOff x="0" y="0"/>
          <a:chExt cx="0" cy="0"/>
        </a:xfrm>
      </p:grpSpPr>
      <p:pic>
        <p:nvPicPr>
          <p:cNvPr id="13" name="Google Shape;13;p3"/>
          <p:cNvPicPr preferRelativeResize="0"/>
          <p:nvPr/>
        </p:nvPicPr>
        <p:blipFill>
          <a:blip r:embed="rId2">
            <a:alphaModFix/>
          </a:blip>
          <a:stretch>
            <a:fillRect/>
          </a:stretch>
        </p:blipFill>
        <p:spPr>
          <a:xfrm>
            <a:off x="-1" y="-361900"/>
            <a:ext cx="9144003" cy="6518663"/>
          </a:xfrm>
          <a:prstGeom prst="rect">
            <a:avLst/>
          </a:prstGeom>
          <a:noFill/>
          <a:ln>
            <a:noFill/>
          </a:ln>
        </p:spPr>
      </p:pic>
      <p:sp>
        <p:nvSpPr>
          <p:cNvPr id="14" name="Google Shape;14;p3"/>
          <p:cNvSpPr txBox="1">
            <a:spLocks noGrp="1"/>
          </p:cNvSpPr>
          <p:nvPr>
            <p:ph type="title"/>
          </p:nvPr>
        </p:nvSpPr>
        <p:spPr>
          <a:xfrm>
            <a:off x="713225" y="2259100"/>
            <a:ext cx="4156500" cy="1512000"/>
          </a:xfrm>
          <a:prstGeom prst="rect">
            <a:avLst/>
          </a:prstGeom>
        </p:spPr>
        <p:txBody>
          <a:bodyPr spcFirstLastPara="1" wrap="square" lIns="91425" tIns="91425" rIns="91425" bIns="91425" anchor="ctr" anchorCtr="0">
            <a:noAutofit/>
          </a:bodyPr>
          <a:lstStyle>
            <a:lvl1pPr lvl="0" algn="r" rtl="0">
              <a:spcBef>
                <a:spcPts val="0"/>
              </a:spcBef>
              <a:spcAft>
                <a:spcPts val="0"/>
              </a:spcAft>
              <a:buSzPts val="7000"/>
              <a:buNone/>
              <a:defRPr sz="5000"/>
            </a:lvl1pPr>
            <a:lvl2pPr lvl="1" algn="ctr" rtl="0">
              <a:lnSpc>
                <a:spcPct val="100000"/>
              </a:lnSpc>
              <a:spcBef>
                <a:spcPts val="0"/>
              </a:spcBef>
              <a:spcAft>
                <a:spcPts val="0"/>
              </a:spcAft>
              <a:buSzPts val="5000"/>
              <a:buNone/>
              <a:defRPr sz="5000"/>
            </a:lvl2pPr>
            <a:lvl3pPr lvl="2" algn="ctr" rtl="0">
              <a:lnSpc>
                <a:spcPct val="100000"/>
              </a:lnSpc>
              <a:spcBef>
                <a:spcPts val="0"/>
              </a:spcBef>
              <a:spcAft>
                <a:spcPts val="0"/>
              </a:spcAft>
              <a:buSzPts val="5000"/>
              <a:buNone/>
              <a:defRPr sz="5000"/>
            </a:lvl3pPr>
            <a:lvl4pPr lvl="3" algn="ctr" rtl="0">
              <a:lnSpc>
                <a:spcPct val="100000"/>
              </a:lnSpc>
              <a:spcBef>
                <a:spcPts val="0"/>
              </a:spcBef>
              <a:spcAft>
                <a:spcPts val="0"/>
              </a:spcAft>
              <a:buSzPts val="5000"/>
              <a:buNone/>
              <a:defRPr sz="5000"/>
            </a:lvl4pPr>
            <a:lvl5pPr lvl="4" algn="ctr" rtl="0">
              <a:lnSpc>
                <a:spcPct val="100000"/>
              </a:lnSpc>
              <a:spcBef>
                <a:spcPts val="0"/>
              </a:spcBef>
              <a:spcAft>
                <a:spcPts val="0"/>
              </a:spcAft>
              <a:buSzPts val="5000"/>
              <a:buNone/>
              <a:defRPr sz="5000"/>
            </a:lvl5pPr>
            <a:lvl6pPr lvl="5" algn="ctr" rtl="0">
              <a:lnSpc>
                <a:spcPct val="100000"/>
              </a:lnSpc>
              <a:spcBef>
                <a:spcPts val="0"/>
              </a:spcBef>
              <a:spcAft>
                <a:spcPts val="0"/>
              </a:spcAft>
              <a:buSzPts val="5000"/>
              <a:buNone/>
              <a:defRPr sz="5000"/>
            </a:lvl6pPr>
            <a:lvl7pPr lvl="6" algn="ctr" rtl="0">
              <a:lnSpc>
                <a:spcPct val="100000"/>
              </a:lnSpc>
              <a:spcBef>
                <a:spcPts val="0"/>
              </a:spcBef>
              <a:spcAft>
                <a:spcPts val="0"/>
              </a:spcAft>
              <a:buSzPts val="5000"/>
              <a:buNone/>
              <a:defRPr sz="5000"/>
            </a:lvl7pPr>
            <a:lvl8pPr lvl="7" algn="ctr" rtl="0">
              <a:lnSpc>
                <a:spcPct val="100000"/>
              </a:lnSpc>
              <a:spcBef>
                <a:spcPts val="0"/>
              </a:spcBef>
              <a:spcAft>
                <a:spcPts val="0"/>
              </a:spcAft>
              <a:buSzPts val="5000"/>
              <a:buNone/>
              <a:defRPr sz="5000"/>
            </a:lvl8pPr>
            <a:lvl9pPr lvl="8" algn="ctr" rtl="0">
              <a:lnSpc>
                <a:spcPct val="100000"/>
              </a:lnSpc>
              <a:spcBef>
                <a:spcPts val="0"/>
              </a:spcBef>
              <a:spcAft>
                <a:spcPts val="0"/>
              </a:spcAft>
              <a:buSzPts val="5000"/>
              <a:buNone/>
              <a:defRPr sz="5000"/>
            </a:lvl9pPr>
          </a:lstStyle>
          <a:p>
            <a:endParaRPr/>
          </a:p>
        </p:txBody>
      </p:sp>
      <p:sp>
        <p:nvSpPr>
          <p:cNvPr id="15" name="Google Shape;15;p3"/>
          <p:cNvSpPr txBox="1">
            <a:spLocks noGrp="1"/>
          </p:cNvSpPr>
          <p:nvPr>
            <p:ph type="title" idx="2" hasCustomPrompt="1"/>
          </p:nvPr>
        </p:nvSpPr>
        <p:spPr>
          <a:xfrm>
            <a:off x="3056975" y="539500"/>
            <a:ext cx="1812600" cy="1719600"/>
          </a:xfrm>
          <a:prstGeom prst="rect">
            <a:avLst/>
          </a:prstGeom>
        </p:spPr>
        <p:txBody>
          <a:bodyPr spcFirstLastPara="1" wrap="square" lIns="91425" tIns="91425" rIns="91425" bIns="91425" anchor="ctr" anchorCtr="0">
            <a:noAutofit/>
          </a:bodyPr>
          <a:lstStyle>
            <a:lvl1pPr lvl="0" algn="r" rtl="0">
              <a:lnSpc>
                <a:spcPct val="100000"/>
              </a:lnSpc>
              <a:spcBef>
                <a:spcPts val="0"/>
              </a:spcBef>
              <a:spcAft>
                <a:spcPts val="0"/>
              </a:spcAft>
              <a:buSzPts val="5000"/>
              <a:buNone/>
              <a:defRPr sz="10000">
                <a:solidFill>
                  <a:schemeClr val="dk1"/>
                </a:solidFill>
              </a:defRPr>
            </a:lvl1pPr>
            <a:lvl2pPr lvl="1" algn="ctr" rtl="0">
              <a:lnSpc>
                <a:spcPct val="100000"/>
              </a:lnSpc>
              <a:spcBef>
                <a:spcPts val="0"/>
              </a:spcBef>
              <a:spcAft>
                <a:spcPts val="0"/>
              </a:spcAft>
              <a:buSzPts val="5000"/>
              <a:buNone/>
              <a:defRPr sz="5000"/>
            </a:lvl2pPr>
            <a:lvl3pPr lvl="2" algn="ctr" rtl="0">
              <a:lnSpc>
                <a:spcPct val="100000"/>
              </a:lnSpc>
              <a:spcBef>
                <a:spcPts val="0"/>
              </a:spcBef>
              <a:spcAft>
                <a:spcPts val="0"/>
              </a:spcAft>
              <a:buSzPts val="5000"/>
              <a:buNone/>
              <a:defRPr sz="5000"/>
            </a:lvl3pPr>
            <a:lvl4pPr lvl="3" algn="ctr" rtl="0">
              <a:lnSpc>
                <a:spcPct val="100000"/>
              </a:lnSpc>
              <a:spcBef>
                <a:spcPts val="0"/>
              </a:spcBef>
              <a:spcAft>
                <a:spcPts val="0"/>
              </a:spcAft>
              <a:buSzPts val="5000"/>
              <a:buNone/>
              <a:defRPr sz="5000"/>
            </a:lvl4pPr>
            <a:lvl5pPr lvl="4" algn="ctr" rtl="0">
              <a:lnSpc>
                <a:spcPct val="100000"/>
              </a:lnSpc>
              <a:spcBef>
                <a:spcPts val="0"/>
              </a:spcBef>
              <a:spcAft>
                <a:spcPts val="0"/>
              </a:spcAft>
              <a:buSzPts val="5000"/>
              <a:buNone/>
              <a:defRPr sz="5000"/>
            </a:lvl5pPr>
            <a:lvl6pPr lvl="5" algn="ctr" rtl="0">
              <a:lnSpc>
                <a:spcPct val="100000"/>
              </a:lnSpc>
              <a:spcBef>
                <a:spcPts val="0"/>
              </a:spcBef>
              <a:spcAft>
                <a:spcPts val="0"/>
              </a:spcAft>
              <a:buSzPts val="5000"/>
              <a:buNone/>
              <a:defRPr sz="5000"/>
            </a:lvl6pPr>
            <a:lvl7pPr lvl="6" algn="ctr" rtl="0">
              <a:lnSpc>
                <a:spcPct val="100000"/>
              </a:lnSpc>
              <a:spcBef>
                <a:spcPts val="0"/>
              </a:spcBef>
              <a:spcAft>
                <a:spcPts val="0"/>
              </a:spcAft>
              <a:buSzPts val="5000"/>
              <a:buNone/>
              <a:defRPr sz="5000"/>
            </a:lvl7pPr>
            <a:lvl8pPr lvl="7" algn="ctr" rtl="0">
              <a:lnSpc>
                <a:spcPct val="100000"/>
              </a:lnSpc>
              <a:spcBef>
                <a:spcPts val="0"/>
              </a:spcBef>
              <a:spcAft>
                <a:spcPts val="0"/>
              </a:spcAft>
              <a:buSzPts val="5000"/>
              <a:buNone/>
              <a:defRPr sz="5000"/>
            </a:lvl8pPr>
            <a:lvl9pPr lvl="8" algn="ctr" rtl="0">
              <a:lnSpc>
                <a:spcPct val="100000"/>
              </a:lnSpc>
              <a:spcBef>
                <a:spcPts val="0"/>
              </a:spcBef>
              <a:spcAft>
                <a:spcPts val="0"/>
              </a:spcAft>
              <a:buSzPts val="5000"/>
              <a:buNone/>
              <a:defRPr sz="5000"/>
            </a:lvl9pPr>
          </a:lstStyle>
          <a:p>
            <a:r>
              <a:t>xx%</a:t>
            </a:r>
          </a:p>
        </p:txBody>
      </p:sp>
      <p:sp>
        <p:nvSpPr>
          <p:cNvPr id="16" name="Google Shape;16;p3"/>
          <p:cNvSpPr txBox="1">
            <a:spLocks noGrp="1"/>
          </p:cNvSpPr>
          <p:nvPr>
            <p:ph type="subTitle" idx="1"/>
          </p:nvPr>
        </p:nvSpPr>
        <p:spPr>
          <a:xfrm>
            <a:off x="713225" y="3970425"/>
            <a:ext cx="4156500" cy="399000"/>
          </a:xfrm>
          <a:prstGeom prst="rect">
            <a:avLst/>
          </a:prstGeom>
        </p:spPr>
        <p:txBody>
          <a:bodyPr spcFirstLastPara="1" wrap="square" lIns="91425" tIns="91425" rIns="91425" bIns="91425" anchor="b" anchorCtr="0">
            <a:noAutofit/>
          </a:bodyPr>
          <a:lstStyle>
            <a:lvl1pPr lvl="0" algn="r" rtl="0">
              <a:lnSpc>
                <a:spcPct val="100000"/>
              </a:lnSpc>
              <a:spcBef>
                <a:spcPts val="0"/>
              </a:spcBef>
              <a:spcAft>
                <a:spcPts val="0"/>
              </a:spcAft>
              <a:buNone/>
              <a:defRPr sz="1600"/>
            </a:lvl1pPr>
            <a:lvl2pPr lvl="1" algn="r" rtl="0">
              <a:lnSpc>
                <a:spcPct val="100000"/>
              </a:lnSpc>
              <a:spcBef>
                <a:spcPts val="0"/>
              </a:spcBef>
              <a:spcAft>
                <a:spcPts val="0"/>
              </a:spcAft>
              <a:buNone/>
              <a:defRPr sz="1600"/>
            </a:lvl2pPr>
            <a:lvl3pPr lvl="2" algn="r" rtl="0">
              <a:lnSpc>
                <a:spcPct val="100000"/>
              </a:lnSpc>
              <a:spcBef>
                <a:spcPts val="0"/>
              </a:spcBef>
              <a:spcAft>
                <a:spcPts val="0"/>
              </a:spcAft>
              <a:buNone/>
              <a:defRPr sz="1600"/>
            </a:lvl3pPr>
            <a:lvl4pPr lvl="3" algn="r" rtl="0">
              <a:lnSpc>
                <a:spcPct val="100000"/>
              </a:lnSpc>
              <a:spcBef>
                <a:spcPts val="0"/>
              </a:spcBef>
              <a:spcAft>
                <a:spcPts val="0"/>
              </a:spcAft>
              <a:buNone/>
              <a:defRPr sz="1600"/>
            </a:lvl4pPr>
            <a:lvl5pPr lvl="4" algn="r" rtl="0">
              <a:lnSpc>
                <a:spcPct val="100000"/>
              </a:lnSpc>
              <a:spcBef>
                <a:spcPts val="0"/>
              </a:spcBef>
              <a:spcAft>
                <a:spcPts val="0"/>
              </a:spcAft>
              <a:buNone/>
              <a:defRPr sz="1600"/>
            </a:lvl5pPr>
            <a:lvl6pPr lvl="5" algn="r" rtl="0">
              <a:lnSpc>
                <a:spcPct val="100000"/>
              </a:lnSpc>
              <a:spcBef>
                <a:spcPts val="0"/>
              </a:spcBef>
              <a:spcAft>
                <a:spcPts val="0"/>
              </a:spcAft>
              <a:buNone/>
              <a:defRPr sz="1600"/>
            </a:lvl6pPr>
            <a:lvl7pPr lvl="6" algn="r" rtl="0">
              <a:lnSpc>
                <a:spcPct val="100000"/>
              </a:lnSpc>
              <a:spcBef>
                <a:spcPts val="0"/>
              </a:spcBef>
              <a:spcAft>
                <a:spcPts val="0"/>
              </a:spcAft>
              <a:buNone/>
              <a:defRPr sz="1600"/>
            </a:lvl7pPr>
            <a:lvl8pPr lvl="7" algn="r" rtl="0">
              <a:lnSpc>
                <a:spcPct val="100000"/>
              </a:lnSpc>
              <a:spcBef>
                <a:spcPts val="0"/>
              </a:spcBef>
              <a:spcAft>
                <a:spcPts val="0"/>
              </a:spcAft>
              <a:buNone/>
              <a:defRPr sz="1600"/>
            </a:lvl8pPr>
            <a:lvl9pPr lvl="8" algn="r" rtl="0">
              <a:lnSpc>
                <a:spcPct val="100000"/>
              </a:lnSpc>
              <a:spcBef>
                <a:spcPts val="0"/>
              </a:spcBef>
              <a:spcAft>
                <a:spcPts val="0"/>
              </a:spcAft>
              <a:buNone/>
              <a:defRPr sz="1600"/>
            </a:lvl9pPr>
          </a:lstStyle>
          <a:p>
            <a:endParaRPr/>
          </a:p>
        </p:txBody>
      </p:sp>
      <p:pic>
        <p:nvPicPr>
          <p:cNvPr id="17" name="Google Shape;17;p3"/>
          <p:cNvPicPr preferRelativeResize="0"/>
          <p:nvPr/>
        </p:nvPicPr>
        <p:blipFill>
          <a:blip r:embed="rId3">
            <a:alphaModFix/>
          </a:blip>
          <a:stretch>
            <a:fillRect/>
          </a:stretch>
        </p:blipFill>
        <p:spPr>
          <a:xfrm rot="-5400000">
            <a:off x="-2363475" y="1273964"/>
            <a:ext cx="4400440" cy="2595572"/>
          </a:xfrm>
          <a:prstGeom prst="rect">
            <a:avLst/>
          </a:prstGeom>
          <a:noFill/>
          <a:ln>
            <a:noFill/>
          </a:ln>
        </p:spPr>
      </p:pic>
      <p:grpSp>
        <p:nvGrpSpPr>
          <p:cNvPr id="18" name="Google Shape;18;p3"/>
          <p:cNvGrpSpPr/>
          <p:nvPr/>
        </p:nvGrpSpPr>
        <p:grpSpPr>
          <a:xfrm>
            <a:off x="938675" y="215450"/>
            <a:ext cx="1660050" cy="554100"/>
            <a:chOff x="938675" y="215450"/>
            <a:chExt cx="1660050" cy="554100"/>
          </a:xfrm>
        </p:grpSpPr>
        <p:sp>
          <p:nvSpPr>
            <p:cNvPr id="19" name="Google Shape;19;p3"/>
            <p:cNvSpPr/>
            <p:nvPr/>
          </p:nvSpPr>
          <p:spPr>
            <a:xfrm>
              <a:off x="938675" y="215450"/>
              <a:ext cx="600900" cy="554100"/>
            </a:xfrm>
            <a:prstGeom prst="chevron">
              <a:avLst>
                <a:gd name="adj" fmla="val 50000"/>
              </a:avLst>
            </a:prstGeom>
            <a:no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 name="Google Shape;20;p3"/>
            <p:cNvSpPr/>
            <p:nvPr/>
          </p:nvSpPr>
          <p:spPr>
            <a:xfrm>
              <a:off x="1458650" y="215450"/>
              <a:ext cx="600900" cy="554100"/>
            </a:xfrm>
            <a:prstGeom prst="chevron">
              <a:avLst>
                <a:gd name="adj" fmla="val 50000"/>
              </a:avLst>
            </a:prstGeom>
            <a:no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 name="Google Shape;21;p3"/>
            <p:cNvSpPr/>
            <p:nvPr/>
          </p:nvSpPr>
          <p:spPr>
            <a:xfrm>
              <a:off x="1997825" y="215450"/>
              <a:ext cx="600900" cy="554100"/>
            </a:xfrm>
            <a:prstGeom prst="chevron">
              <a:avLst>
                <a:gd name="adj" fmla="val 50000"/>
              </a:avLst>
            </a:prstGeom>
            <a:no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22"/>
        <p:cNvGrpSpPr/>
        <p:nvPr/>
      </p:nvGrpSpPr>
      <p:grpSpPr>
        <a:xfrm>
          <a:off x="0" y="0"/>
          <a:ext cx="0" cy="0"/>
          <a:chOff x="0" y="0"/>
          <a:chExt cx="0" cy="0"/>
        </a:xfrm>
      </p:grpSpPr>
      <p:pic>
        <p:nvPicPr>
          <p:cNvPr id="23" name="Google Shape;23;p4"/>
          <p:cNvPicPr preferRelativeResize="0"/>
          <p:nvPr/>
        </p:nvPicPr>
        <p:blipFill>
          <a:blip r:embed="rId2">
            <a:alphaModFix/>
          </a:blip>
          <a:stretch>
            <a:fillRect/>
          </a:stretch>
        </p:blipFill>
        <p:spPr>
          <a:xfrm>
            <a:off x="-1" y="-361900"/>
            <a:ext cx="9144003" cy="6518663"/>
          </a:xfrm>
          <a:prstGeom prst="rect">
            <a:avLst/>
          </a:prstGeom>
          <a:noFill/>
          <a:ln>
            <a:noFill/>
          </a:ln>
        </p:spPr>
      </p:pic>
      <p:pic>
        <p:nvPicPr>
          <p:cNvPr id="24" name="Google Shape;24;p4"/>
          <p:cNvPicPr preferRelativeResize="0"/>
          <p:nvPr/>
        </p:nvPicPr>
        <p:blipFill>
          <a:blip r:embed="rId3">
            <a:alphaModFix/>
          </a:blip>
          <a:stretch>
            <a:fillRect/>
          </a:stretch>
        </p:blipFill>
        <p:spPr>
          <a:xfrm rot="8099998" flipH="1">
            <a:off x="4585862" y="1867022"/>
            <a:ext cx="6530725" cy="4831102"/>
          </a:xfrm>
          <a:prstGeom prst="rect">
            <a:avLst/>
          </a:prstGeom>
          <a:noFill/>
          <a:ln>
            <a:noFill/>
          </a:ln>
        </p:spPr>
      </p:pic>
      <p:sp>
        <p:nvSpPr>
          <p:cNvPr id="25" name="Google Shape;25;p4"/>
          <p:cNvSpPr txBox="1">
            <a:spLocks noGrp="1"/>
          </p:cNvSpPr>
          <p:nvPr>
            <p:ph type="body" idx="1"/>
          </p:nvPr>
        </p:nvSpPr>
        <p:spPr>
          <a:xfrm>
            <a:off x="713225" y="1559100"/>
            <a:ext cx="4253700" cy="2025300"/>
          </a:xfrm>
          <a:prstGeom prst="rect">
            <a:avLst/>
          </a:prstGeom>
        </p:spPr>
        <p:txBody>
          <a:bodyPr spcFirstLastPara="1" wrap="square" lIns="91425" tIns="91425" rIns="91425" bIns="91425" anchor="t" anchorCtr="0">
            <a:noAutofit/>
          </a:bodyPr>
          <a:lstStyle>
            <a:lvl1pPr marL="457200" lvl="0" indent="-323850">
              <a:spcBef>
                <a:spcPts val="0"/>
              </a:spcBef>
              <a:spcAft>
                <a:spcPts val="0"/>
              </a:spcAft>
              <a:buClr>
                <a:schemeClr val="accent1"/>
              </a:buClr>
              <a:buSzPts val="1500"/>
              <a:buFont typeface="Chivo"/>
              <a:buChar char="●"/>
              <a:defRPr sz="1400"/>
            </a:lvl1pPr>
            <a:lvl2pPr marL="914400" lvl="1" indent="-323850">
              <a:spcBef>
                <a:spcPts val="0"/>
              </a:spcBef>
              <a:spcAft>
                <a:spcPts val="0"/>
              </a:spcAft>
              <a:buClr>
                <a:srgbClr val="434343"/>
              </a:buClr>
              <a:buSzPts val="1500"/>
              <a:buFont typeface="Roboto Condensed Light"/>
              <a:buChar char="○"/>
              <a:defRPr/>
            </a:lvl2pPr>
            <a:lvl3pPr marL="1371600" lvl="2" indent="-323850">
              <a:spcBef>
                <a:spcPts val="0"/>
              </a:spcBef>
              <a:spcAft>
                <a:spcPts val="0"/>
              </a:spcAft>
              <a:buClr>
                <a:srgbClr val="434343"/>
              </a:buClr>
              <a:buSzPts val="1500"/>
              <a:buFont typeface="Roboto Condensed Light"/>
              <a:buChar char="■"/>
              <a:defRPr/>
            </a:lvl3pPr>
            <a:lvl4pPr marL="1828800" lvl="3" indent="-323850">
              <a:spcBef>
                <a:spcPts val="0"/>
              </a:spcBef>
              <a:spcAft>
                <a:spcPts val="0"/>
              </a:spcAft>
              <a:buClr>
                <a:srgbClr val="434343"/>
              </a:buClr>
              <a:buSzPts val="1500"/>
              <a:buFont typeface="Roboto Condensed Light"/>
              <a:buChar char="●"/>
              <a:defRPr/>
            </a:lvl4pPr>
            <a:lvl5pPr marL="2286000" lvl="4" indent="-323850">
              <a:spcBef>
                <a:spcPts val="0"/>
              </a:spcBef>
              <a:spcAft>
                <a:spcPts val="0"/>
              </a:spcAft>
              <a:buClr>
                <a:srgbClr val="434343"/>
              </a:buClr>
              <a:buSzPts val="1500"/>
              <a:buFont typeface="Roboto Condensed Light"/>
              <a:buChar char="○"/>
              <a:defRPr/>
            </a:lvl5pPr>
            <a:lvl6pPr marL="2743200" lvl="5" indent="-323850">
              <a:spcBef>
                <a:spcPts val="0"/>
              </a:spcBef>
              <a:spcAft>
                <a:spcPts val="0"/>
              </a:spcAft>
              <a:buClr>
                <a:srgbClr val="434343"/>
              </a:buClr>
              <a:buSzPts val="1500"/>
              <a:buFont typeface="Roboto Condensed Light"/>
              <a:buChar char="■"/>
              <a:defRPr/>
            </a:lvl6pPr>
            <a:lvl7pPr marL="3200400" lvl="6" indent="-323850">
              <a:spcBef>
                <a:spcPts val="0"/>
              </a:spcBef>
              <a:spcAft>
                <a:spcPts val="0"/>
              </a:spcAft>
              <a:buClr>
                <a:srgbClr val="434343"/>
              </a:buClr>
              <a:buSzPts val="1500"/>
              <a:buFont typeface="Roboto Condensed Light"/>
              <a:buChar char="●"/>
              <a:defRPr/>
            </a:lvl7pPr>
            <a:lvl8pPr marL="3657600" lvl="7" indent="-323850">
              <a:spcBef>
                <a:spcPts val="0"/>
              </a:spcBef>
              <a:spcAft>
                <a:spcPts val="0"/>
              </a:spcAft>
              <a:buClr>
                <a:srgbClr val="434343"/>
              </a:buClr>
              <a:buSzPts val="1500"/>
              <a:buFont typeface="Roboto Condensed Light"/>
              <a:buChar char="○"/>
              <a:defRPr/>
            </a:lvl8pPr>
            <a:lvl9pPr marL="4114800" lvl="8" indent="-323850">
              <a:spcBef>
                <a:spcPts val="0"/>
              </a:spcBef>
              <a:spcAft>
                <a:spcPts val="0"/>
              </a:spcAft>
              <a:buClr>
                <a:srgbClr val="434343"/>
              </a:buClr>
              <a:buSzPts val="1500"/>
              <a:buFont typeface="Roboto Condensed Light"/>
              <a:buChar char="■"/>
              <a:defRPr/>
            </a:lvl9pPr>
          </a:lstStyle>
          <a:p>
            <a:endParaRPr/>
          </a:p>
        </p:txBody>
      </p:sp>
      <p:sp>
        <p:nvSpPr>
          <p:cNvPr id="26" name="Google Shape;26;p4"/>
          <p:cNvSpPr txBox="1">
            <a:spLocks noGrp="1"/>
          </p:cNvSpPr>
          <p:nvPr>
            <p:ph type="title"/>
          </p:nvPr>
        </p:nvSpPr>
        <p:spPr>
          <a:xfrm>
            <a:off x="713225" y="539500"/>
            <a:ext cx="77175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2800"/>
              <a:buNone/>
              <a:defRPr>
                <a:solidFill>
                  <a:schemeClr val="dk1"/>
                </a:solidFill>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endParaRPr/>
          </a:p>
        </p:txBody>
      </p:sp>
      <p:sp>
        <p:nvSpPr>
          <p:cNvPr id="27" name="Google Shape;27;p4"/>
          <p:cNvSpPr>
            <a:spLocks noGrp="1"/>
          </p:cNvSpPr>
          <p:nvPr>
            <p:ph type="pic" idx="2"/>
          </p:nvPr>
        </p:nvSpPr>
        <p:spPr>
          <a:xfrm>
            <a:off x="5262648" y="1347750"/>
            <a:ext cx="2859600" cy="2448000"/>
          </a:xfrm>
          <a:prstGeom prst="hexagon">
            <a:avLst>
              <a:gd name="adj" fmla="val 25000"/>
              <a:gd name="vf" fmla="val 115470"/>
            </a:avLst>
          </a:prstGeom>
          <a:noFill/>
          <a:ln w="9525" cap="flat" cmpd="sng">
            <a:solidFill>
              <a:schemeClr val="accent1"/>
            </a:solidFill>
            <a:prstDash val="solid"/>
            <a:round/>
            <a:headEnd type="none" w="sm" len="sm"/>
            <a:tailEnd type="none" w="sm" len="sm"/>
          </a:ln>
        </p:spPr>
      </p:sp>
      <p:grpSp>
        <p:nvGrpSpPr>
          <p:cNvPr id="28" name="Google Shape;28;p4"/>
          <p:cNvGrpSpPr/>
          <p:nvPr/>
        </p:nvGrpSpPr>
        <p:grpSpPr>
          <a:xfrm>
            <a:off x="713225" y="4272300"/>
            <a:ext cx="1660050" cy="554100"/>
            <a:chOff x="439750" y="360325"/>
            <a:chExt cx="1660050" cy="554100"/>
          </a:xfrm>
        </p:grpSpPr>
        <p:sp>
          <p:nvSpPr>
            <p:cNvPr id="29" name="Google Shape;29;p4"/>
            <p:cNvSpPr/>
            <p:nvPr/>
          </p:nvSpPr>
          <p:spPr>
            <a:xfrm>
              <a:off x="439750" y="360325"/>
              <a:ext cx="600900" cy="554100"/>
            </a:xfrm>
            <a:prstGeom prst="chevron">
              <a:avLst>
                <a:gd name="adj" fmla="val 50000"/>
              </a:avLst>
            </a:prstGeom>
            <a:no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 name="Google Shape;30;p4"/>
            <p:cNvSpPr/>
            <p:nvPr/>
          </p:nvSpPr>
          <p:spPr>
            <a:xfrm>
              <a:off x="959725" y="360325"/>
              <a:ext cx="600900" cy="554100"/>
            </a:xfrm>
            <a:prstGeom prst="chevron">
              <a:avLst>
                <a:gd name="adj" fmla="val 50000"/>
              </a:avLst>
            </a:prstGeom>
            <a:no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 name="Google Shape;31;p4"/>
            <p:cNvSpPr/>
            <p:nvPr/>
          </p:nvSpPr>
          <p:spPr>
            <a:xfrm>
              <a:off x="1498900" y="360325"/>
              <a:ext cx="600900" cy="554100"/>
            </a:xfrm>
            <a:prstGeom prst="chevron">
              <a:avLst>
                <a:gd name="adj" fmla="val 50000"/>
              </a:avLst>
            </a:prstGeom>
            <a:no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pic>
        <p:nvPicPr>
          <p:cNvPr id="32" name="Google Shape;32;p4"/>
          <p:cNvPicPr preferRelativeResize="0"/>
          <p:nvPr/>
        </p:nvPicPr>
        <p:blipFill>
          <a:blip r:embed="rId4">
            <a:alphaModFix/>
          </a:blip>
          <a:stretch>
            <a:fillRect/>
          </a:stretch>
        </p:blipFill>
        <p:spPr>
          <a:xfrm flipH="1">
            <a:off x="7515547" y="-1075025"/>
            <a:ext cx="2675651" cy="2713550"/>
          </a:xfrm>
          <a:prstGeom prst="rect">
            <a:avLst/>
          </a:prstGeom>
          <a:noFill/>
          <a:ln>
            <a:noFill/>
          </a:ln>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61"/>
        <p:cNvGrpSpPr/>
        <p:nvPr/>
      </p:nvGrpSpPr>
      <p:grpSpPr>
        <a:xfrm>
          <a:off x="0" y="0"/>
          <a:ext cx="0" cy="0"/>
          <a:chOff x="0" y="0"/>
          <a:chExt cx="0" cy="0"/>
        </a:xfrm>
      </p:grpSpPr>
      <p:pic>
        <p:nvPicPr>
          <p:cNvPr id="62" name="Google Shape;62;p8"/>
          <p:cNvPicPr preferRelativeResize="0"/>
          <p:nvPr/>
        </p:nvPicPr>
        <p:blipFill>
          <a:blip r:embed="rId2">
            <a:alphaModFix/>
          </a:blip>
          <a:stretch>
            <a:fillRect/>
          </a:stretch>
        </p:blipFill>
        <p:spPr>
          <a:xfrm>
            <a:off x="-1" y="-361900"/>
            <a:ext cx="9144003" cy="6518663"/>
          </a:xfrm>
          <a:prstGeom prst="rect">
            <a:avLst/>
          </a:prstGeom>
          <a:noFill/>
          <a:ln>
            <a:noFill/>
          </a:ln>
        </p:spPr>
      </p:pic>
      <p:sp>
        <p:nvSpPr>
          <p:cNvPr id="63" name="Google Shape;63;p8"/>
          <p:cNvSpPr txBox="1">
            <a:spLocks noGrp="1"/>
          </p:cNvSpPr>
          <p:nvPr>
            <p:ph type="title"/>
          </p:nvPr>
        </p:nvSpPr>
        <p:spPr>
          <a:xfrm>
            <a:off x="1328550" y="1205250"/>
            <a:ext cx="6486900" cy="2733000"/>
          </a:xfrm>
          <a:prstGeom prst="rect">
            <a:avLst/>
          </a:prstGeom>
        </p:spPr>
        <p:txBody>
          <a:bodyPr spcFirstLastPara="1" wrap="square" lIns="91425" tIns="91425" rIns="91425" bIns="91425" anchor="ctr" anchorCtr="0">
            <a:noAutofit/>
          </a:bodyPr>
          <a:lstStyle>
            <a:lvl1pPr lvl="0" algn="ctr">
              <a:lnSpc>
                <a:spcPct val="80000"/>
              </a:lnSpc>
              <a:spcBef>
                <a:spcPts val="0"/>
              </a:spcBef>
              <a:spcAft>
                <a:spcPts val="0"/>
              </a:spcAft>
              <a:buSzPts val="4800"/>
              <a:buNone/>
              <a:defRPr sz="80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a:endParaRPr/>
          </a:p>
        </p:txBody>
      </p:sp>
      <p:grpSp>
        <p:nvGrpSpPr>
          <p:cNvPr id="64" name="Google Shape;64;p8"/>
          <p:cNvGrpSpPr/>
          <p:nvPr/>
        </p:nvGrpSpPr>
        <p:grpSpPr>
          <a:xfrm rot="5400000">
            <a:off x="4173082" y="3083650"/>
            <a:ext cx="786600" cy="2666275"/>
            <a:chOff x="8357395" y="2343975"/>
            <a:chExt cx="786600" cy="2666275"/>
          </a:xfrm>
        </p:grpSpPr>
        <p:sp>
          <p:nvSpPr>
            <p:cNvPr id="65" name="Google Shape;65;p8"/>
            <p:cNvSpPr/>
            <p:nvPr/>
          </p:nvSpPr>
          <p:spPr>
            <a:xfrm>
              <a:off x="8357395" y="2343975"/>
              <a:ext cx="786600" cy="786900"/>
            </a:xfrm>
            <a:prstGeom prst="mathMultiply">
              <a:avLst>
                <a:gd name="adj1" fmla="val 23520"/>
              </a:avLst>
            </a:prstGeom>
            <a:no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 name="Google Shape;66;p8"/>
            <p:cNvSpPr/>
            <p:nvPr/>
          </p:nvSpPr>
          <p:spPr>
            <a:xfrm>
              <a:off x="8357395" y="2970433"/>
              <a:ext cx="786600" cy="786900"/>
            </a:xfrm>
            <a:prstGeom prst="mathMultiply">
              <a:avLst>
                <a:gd name="adj1" fmla="val 23520"/>
              </a:avLst>
            </a:prstGeom>
            <a:no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 name="Google Shape;67;p8"/>
            <p:cNvSpPr/>
            <p:nvPr/>
          </p:nvSpPr>
          <p:spPr>
            <a:xfrm>
              <a:off x="8357395" y="3596892"/>
              <a:ext cx="786600" cy="786900"/>
            </a:xfrm>
            <a:prstGeom prst="mathMultiply">
              <a:avLst>
                <a:gd name="adj1" fmla="val 23520"/>
              </a:avLst>
            </a:prstGeom>
            <a:no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 name="Google Shape;68;p8"/>
            <p:cNvSpPr/>
            <p:nvPr/>
          </p:nvSpPr>
          <p:spPr>
            <a:xfrm>
              <a:off x="8357395" y="4223350"/>
              <a:ext cx="786600" cy="786900"/>
            </a:xfrm>
            <a:prstGeom prst="mathMultiply">
              <a:avLst>
                <a:gd name="adj1" fmla="val 23520"/>
              </a:avLst>
            </a:prstGeom>
            <a:no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Blank" type="blank">
  <p:cSld name="BLANK">
    <p:bg>
      <p:bgPr>
        <a:solidFill>
          <a:schemeClr val="lt1"/>
        </a:solidFill>
        <a:effectLst/>
      </p:bgPr>
    </p:bg>
    <p:spTree>
      <p:nvGrpSpPr>
        <p:cNvPr id="1" name="Shape 87"/>
        <p:cNvGrpSpPr/>
        <p:nvPr/>
      </p:nvGrpSpPr>
      <p:grpSpPr>
        <a:xfrm>
          <a:off x="0" y="0"/>
          <a:ext cx="0" cy="0"/>
          <a:chOff x="0" y="0"/>
          <a:chExt cx="0" cy="0"/>
        </a:xfrm>
      </p:grpSpPr>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able of contents">
  <p:cSld name="CUSTOM_26_1">
    <p:spTree>
      <p:nvGrpSpPr>
        <p:cNvPr id="1" name="Shape 88"/>
        <p:cNvGrpSpPr/>
        <p:nvPr/>
      </p:nvGrpSpPr>
      <p:grpSpPr>
        <a:xfrm>
          <a:off x="0" y="0"/>
          <a:ext cx="0" cy="0"/>
          <a:chOff x="0" y="0"/>
          <a:chExt cx="0" cy="0"/>
        </a:xfrm>
      </p:grpSpPr>
      <p:sp>
        <p:nvSpPr>
          <p:cNvPr id="89" name="Google Shape;89;p13"/>
          <p:cNvSpPr txBox="1">
            <a:spLocks noGrp="1"/>
          </p:cNvSpPr>
          <p:nvPr>
            <p:ph type="title" hasCustomPrompt="1"/>
          </p:nvPr>
        </p:nvSpPr>
        <p:spPr>
          <a:xfrm flipH="1">
            <a:off x="775488" y="1636400"/>
            <a:ext cx="859800" cy="451200"/>
          </a:xfrm>
          <a:prstGeom prst="rect">
            <a:avLst/>
          </a:prstGeom>
          <a:ln>
            <a:noFill/>
          </a:ln>
        </p:spPr>
        <p:txBody>
          <a:bodyPr spcFirstLastPara="1" wrap="square" lIns="91425" tIns="91425" rIns="91425" bIns="91425" anchor="ctr" anchorCtr="0">
            <a:noAutofit/>
          </a:bodyPr>
          <a:lstStyle>
            <a:lvl1pPr lvl="0" algn="ctr" rtl="0">
              <a:lnSpc>
                <a:spcPct val="100000"/>
              </a:lnSpc>
              <a:spcBef>
                <a:spcPts val="0"/>
              </a:spcBef>
              <a:spcAft>
                <a:spcPts val="0"/>
              </a:spcAft>
              <a:buSzPts val="2800"/>
              <a:buNone/>
              <a:defRPr sz="3500"/>
            </a:lvl1pPr>
            <a:lvl2pPr lvl="1" algn="ctr" rtl="0">
              <a:lnSpc>
                <a:spcPct val="100000"/>
              </a:lnSpc>
              <a:spcBef>
                <a:spcPts val="0"/>
              </a:spcBef>
              <a:spcAft>
                <a:spcPts val="0"/>
              </a:spcAft>
              <a:buClr>
                <a:schemeClr val="dk2"/>
              </a:buClr>
              <a:buSzPts val="3200"/>
              <a:buNone/>
              <a:defRPr sz="3200">
                <a:solidFill>
                  <a:schemeClr val="dk2"/>
                </a:solidFill>
              </a:defRPr>
            </a:lvl2pPr>
            <a:lvl3pPr lvl="2" algn="ctr" rtl="0">
              <a:lnSpc>
                <a:spcPct val="100000"/>
              </a:lnSpc>
              <a:spcBef>
                <a:spcPts val="0"/>
              </a:spcBef>
              <a:spcAft>
                <a:spcPts val="0"/>
              </a:spcAft>
              <a:buClr>
                <a:schemeClr val="dk2"/>
              </a:buClr>
              <a:buSzPts val="3200"/>
              <a:buNone/>
              <a:defRPr sz="3200">
                <a:solidFill>
                  <a:schemeClr val="dk2"/>
                </a:solidFill>
              </a:defRPr>
            </a:lvl3pPr>
            <a:lvl4pPr lvl="3" algn="ctr" rtl="0">
              <a:lnSpc>
                <a:spcPct val="100000"/>
              </a:lnSpc>
              <a:spcBef>
                <a:spcPts val="0"/>
              </a:spcBef>
              <a:spcAft>
                <a:spcPts val="0"/>
              </a:spcAft>
              <a:buClr>
                <a:schemeClr val="dk2"/>
              </a:buClr>
              <a:buSzPts val="3200"/>
              <a:buNone/>
              <a:defRPr sz="3200">
                <a:solidFill>
                  <a:schemeClr val="dk2"/>
                </a:solidFill>
              </a:defRPr>
            </a:lvl4pPr>
            <a:lvl5pPr lvl="4" algn="ctr" rtl="0">
              <a:lnSpc>
                <a:spcPct val="100000"/>
              </a:lnSpc>
              <a:spcBef>
                <a:spcPts val="0"/>
              </a:spcBef>
              <a:spcAft>
                <a:spcPts val="0"/>
              </a:spcAft>
              <a:buClr>
                <a:schemeClr val="dk2"/>
              </a:buClr>
              <a:buSzPts val="3200"/>
              <a:buNone/>
              <a:defRPr sz="3200">
                <a:solidFill>
                  <a:schemeClr val="dk2"/>
                </a:solidFill>
              </a:defRPr>
            </a:lvl5pPr>
            <a:lvl6pPr lvl="5" algn="ctr" rtl="0">
              <a:lnSpc>
                <a:spcPct val="100000"/>
              </a:lnSpc>
              <a:spcBef>
                <a:spcPts val="0"/>
              </a:spcBef>
              <a:spcAft>
                <a:spcPts val="0"/>
              </a:spcAft>
              <a:buClr>
                <a:schemeClr val="dk2"/>
              </a:buClr>
              <a:buSzPts val="3200"/>
              <a:buNone/>
              <a:defRPr sz="3200">
                <a:solidFill>
                  <a:schemeClr val="dk2"/>
                </a:solidFill>
              </a:defRPr>
            </a:lvl6pPr>
            <a:lvl7pPr lvl="6" algn="ctr" rtl="0">
              <a:lnSpc>
                <a:spcPct val="100000"/>
              </a:lnSpc>
              <a:spcBef>
                <a:spcPts val="0"/>
              </a:spcBef>
              <a:spcAft>
                <a:spcPts val="0"/>
              </a:spcAft>
              <a:buClr>
                <a:schemeClr val="dk2"/>
              </a:buClr>
              <a:buSzPts val="3200"/>
              <a:buNone/>
              <a:defRPr sz="3200">
                <a:solidFill>
                  <a:schemeClr val="dk2"/>
                </a:solidFill>
              </a:defRPr>
            </a:lvl7pPr>
            <a:lvl8pPr lvl="7" algn="ctr" rtl="0">
              <a:lnSpc>
                <a:spcPct val="100000"/>
              </a:lnSpc>
              <a:spcBef>
                <a:spcPts val="0"/>
              </a:spcBef>
              <a:spcAft>
                <a:spcPts val="0"/>
              </a:spcAft>
              <a:buClr>
                <a:schemeClr val="dk2"/>
              </a:buClr>
              <a:buSzPts val="3200"/>
              <a:buNone/>
              <a:defRPr sz="3200">
                <a:solidFill>
                  <a:schemeClr val="dk2"/>
                </a:solidFill>
              </a:defRPr>
            </a:lvl8pPr>
            <a:lvl9pPr lvl="8" algn="ctr" rtl="0">
              <a:lnSpc>
                <a:spcPct val="100000"/>
              </a:lnSpc>
              <a:spcBef>
                <a:spcPts val="0"/>
              </a:spcBef>
              <a:spcAft>
                <a:spcPts val="0"/>
              </a:spcAft>
              <a:buClr>
                <a:schemeClr val="dk2"/>
              </a:buClr>
              <a:buSzPts val="3200"/>
              <a:buNone/>
              <a:defRPr sz="3200">
                <a:solidFill>
                  <a:schemeClr val="dk2"/>
                </a:solidFill>
              </a:defRPr>
            </a:lvl9pPr>
          </a:lstStyle>
          <a:p>
            <a:r>
              <a:t>xx%</a:t>
            </a:r>
          </a:p>
        </p:txBody>
      </p:sp>
      <p:sp>
        <p:nvSpPr>
          <p:cNvPr id="90" name="Google Shape;90;p13"/>
          <p:cNvSpPr txBox="1">
            <a:spLocks noGrp="1"/>
          </p:cNvSpPr>
          <p:nvPr>
            <p:ph type="subTitle" idx="1"/>
          </p:nvPr>
        </p:nvSpPr>
        <p:spPr>
          <a:xfrm flipH="1">
            <a:off x="1880111" y="1716275"/>
            <a:ext cx="2582700" cy="371400"/>
          </a:xfrm>
          <a:prstGeom prst="rect">
            <a:avLst/>
          </a:prstGeom>
          <a:ln>
            <a:noFill/>
          </a:ln>
        </p:spPr>
        <p:txBody>
          <a:bodyPr spcFirstLastPara="1" wrap="square" lIns="91425" tIns="91425" rIns="91425" bIns="91425" anchor="b" anchorCtr="0">
            <a:noAutofit/>
          </a:bodyPr>
          <a:lstStyle>
            <a:lvl1pPr lvl="0" rtl="0">
              <a:lnSpc>
                <a:spcPct val="100000"/>
              </a:lnSpc>
              <a:spcBef>
                <a:spcPts val="0"/>
              </a:spcBef>
              <a:spcAft>
                <a:spcPts val="0"/>
              </a:spcAft>
              <a:buNone/>
              <a:defRPr>
                <a:latin typeface="Aldrich"/>
                <a:ea typeface="Aldrich"/>
                <a:cs typeface="Aldrich"/>
                <a:sym typeface="Aldrich"/>
              </a:defRPr>
            </a:lvl1pPr>
            <a:lvl2pPr lvl="1" rtl="0">
              <a:lnSpc>
                <a:spcPct val="100000"/>
              </a:lnSpc>
              <a:spcBef>
                <a:spcPts val="0"/>
              </a:spcBef>
              <a:spcAft>
                <a:spcPts val="0"/>
              </a:spcAft>
              <a:buNone/>
              <a:defRPr>
                <a:latin typeface="Aldrich"/>
                <a:ea typeface="Aldrich"/>
                <a:cs typeface="Aldrich"/>
                <a:sym typeface="Aldrich"/>
              </a:defRPr>
            </a:lvl2pPr>
            <a:lvl3pPr lvl="2" rtl="0">
              <a:lnSpc>
                <a:spcPct val="100000"/>
              </a:lnSpc>
              <a:spcBef>
                <a:spcPts val="0"/>
              </a:spcBef>
              <a:spcAft>
                <a:spcPts val="0"/>
              </a:spcAft>
              <a:buNone/>
              <a:defRPr>
                <a:latin typeface="Aldrich"/>
                <a:ea typeface="Aldrich"/>
                <a:cs typeface="Aldrich"/>
                <a:sym typeface="Aldrich"/>
              </a:defRPr>
            </a:lvl3pPr>
            <a:lvl4pPr lvl="3" rtl="0">
              <a:lnSpc>
                <a:spcPct val="100000"/>
              </a:lnSpc>
              <a:spcBef>
                <a:spcPts val="0"/>
              </a:spcBef>
              <a:spcAft>
                <a:spcPts val="0"/>
              </a:spcAft>
              <a:buNone/>
              <a:defRPr>
                <a:latin typeface="Aldrich"/>
                <a:ea typeface="Aldrich"/>
                <a:cs typeface="Aldrich"/>
                <a:sym typeface="Aldrich"/>
              </a:defRPr>
            </a:lvl4pPr>
            <a:lvl5pPr lvl="4" rtl="0">
              <a:lnSpc>
                <a:spcPct val="100000"/>
              </a:lnSpc>
              <a:spcBef>
                <a:spcPts val="0"/>
              </a:spcBef>
              <a:spcAft>
                <a:spcPts val="0"/>
              </a:spcAft>
              <a:buNone/>
              <a:defRPr>
                <a:latin typeface="Aldrich"/>
                <a:ea typeface="Aldrich"/>
                <a:cs typeface="Aldrich"/>
                <a:sym typeface="Aldrich"/>
              </a:defRPr>
            </a:lvl5pPr>
            <a:lvl6pPr lvl="5" rtl="0">
              <a:lnSpc>
                <a:spcPct val="100000"/>
              </a:lnSpc>
              <a:spcBef>
                <a:spcPts val="0"/>
              </a:spcBef>
              <a:spcAft>
                <a:spcPts val="0"/>
              </a:spcAft>
              <a:buNone/>
              <a:defRPr>
                <a:latin typeface="Aldrich"/>
                <a:ea typeface="Aldrich"/>
                <a:cs typeface="Aldrich"/>
                <a:sym typeface="Aldrich"/>
              </a:defRPr>
            </a:lvl6pPr>
            <a:lvl7pPr lvl="6" rtl="0">
              <a:lnSpc>
                <a:spcPct val="100000"/>
              </a:lnSpc>
              <a:spcBef>
                <a:spcPts val="0"/>
              </a:spcBef>
              <a:spcAft>
                <a:spcPts val="0"/>
              </a:spcAft>
              <a:buNone/>
              <a:defRPr>
                <a:latin typeface="Aldrich"/>
                <a:ea typeface="Aldrich"/>
                <a:cs typeface="Aldrich"/>
                <a:sym typeface="Aldrich"/>
              </a:defRPr>
            </a:lvl7pPr>
            <a:lvl8pPr lvl="7" rtl="0">
              <a:lnSpc>
                <a:spcPct val="100000"/>
              </a:lnSpc>
              <a:spcBef>
                <a:spcPts val="0"/>
              </a:spcBef>
              <a:spcAft>
                <a:spcPts val="0"/>
              </a:spcAft>
              <a:buNone/>
              <a:defRPr>
                <a:latin typeface="Aldrich"/>
                <a:ea typeface="Aldrich"/>
                <a:cs typeface="Aldrich"/>
                <a:sym typeface="Aldrich"/>
              </a:defRPr>
            </a:lvl8pPr>
            <a:lvl9pPr lvl="8" rtl="0">
              <a:lnSpc>
                <a:spcPct val="100000"/>
              </a:lnSpc>
              <a:spcBef>
                <a:spcPts val="0"/>
              </a:spcBef>
              <a:spcAft>
                <a:spcPts val="0"/>
              </a:spcAft>
              <a:buNone/>
              <a:defRPr>
                <a:latin typeface="Aldrich"/>
                <a:ea typeface="Aldrich"/>
                <a:cs typeface="Aldrich"/>
                <a:sym typeface="Aldrich"/>
              </a:defRPr>
            </a:lvl9pPr>
          </a:lstStyle>
          <a:p>
            <a:endParaRPr/>
          </a:p>
        </p:txBody>
      </p:sp>
      <p:sp>
        <p:nvSpPr>
          <p:cNvPr id="91" name="Google Shape;91;p13"/>
          <p:cNvSpPr txBox="1">
            <a:spLocks noGrp="1"/>
          </p:cNvSpPr>
          <p:nvPr>
            <p:ph type="subTitle" idx="2"/>
          </p:nvPr>
        </p:nvSpPr>
        <p:spPr>
          <a:xfrm flipH="1">
            <a:off x="1880113" y="2039873"/>
            <a:ext cx="2582700" cy="5274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None/>
              <a:defRPr sz="1400"/>
            </a:lvl1pPr>
            <a:lvl2pPr lvl="1" rtl="0">
              <a:lnSpc>
                <a:spcPct val="100000"/>
              </a:lnSpc>
              <a:spcBef>
                <a:spcPts val="0"/>
              </a:spcBef>
              <a:spcAft>
                <a:spcPts val="0"/>
              </a:spcAft>
              <a:buNone/>
              <a:defRPr sz="1400"/>
            </a:lvl2pPr>
            <a:lvl3pPr lvl="2" rtl="0">
              <a:lnSpc>
                <a:spcPct val="100000"/>
              </a:lnSpc>
              <a:spcBef>
                <a:spcPts val="0"/>
              </a:spcBef>
              <a:spcAft>
                <a:spcPts val="0"/>
              </a:spcAft>
              <a:buNone/>
              <a:defRPr sz="1400"/>
            </a:lvl3pPr>
            <a:lvl4pPr lvl="3" rtl="0">
              <a:lnSpc>
                <a:spcPct val="100000"/>
              </a:lnSpc>
              <a:spcBef>
                <a:spcPts val="0"/>
              </a:spcBef>
              <a:spcAft>
                <a:spcPts val="0"/>
              </a:spcAft>
              <a:buNone/>
              <a:defRPr sz="1400"/>
            </a:lvl4pPr>
            <a:lvl5pPr lvl="4" rtl="0">
              <a:lnSpc>
                <a:spcPct val="100000"/>
              </a:lnSpc>
              <a:spcBef>
                <a:spcPts val="0"/>
              </a:spcBef>
              <a:spcAft>
                <a:spcPts val="0"/>
              </a:spcAft>
              <a:buNone/>
              <a:defRPr sz="1400"/>
            </a:lvl5pPr>
            <a:lvl6pPr lvl="5" rtl="0">
              <a:lnSpc>
                <a:spcPct val="100000"/>
              </a:lnSpc>
              <a:spcBef>
                <a:spcPts val="0"/>
              </a:spcBef>
              <a:spcAft>
                <a:spcPts val="0"/>
              </a:spcAft>
              <a:buNone/>
              <a:defRPr sz="1400"/>
            </a:lvl6pPr>
            <a:lvl7pPr lvl="6" rtl="0">
              <a:lnSpc>
                <a:spcPct val="100000"/>
              </a:lnSpc>
              <a:spcBef>
                <a:spcPts val="0"/>
              </a:spcBef>
              <a:spcAft>
                <a:spcPts val="0"/>
              </a:spcAft>
              <a:buNone/>
              <a:defRPr sz="1400"/>
            </a:lvl7pPr>
            <a:lvl8pPr lvl="7" rtl="0">
              <a:lnSpc>
                <a:spcPct val="100000"/>
              </a:lnSpc>
              <a:spcBef>
                <a:spcPts val="0"/>
              </a:spcBef>
              <a:spcAft>
                <a:spcPts val="0"/>
              </a:spcAft>
              <a:buNone/>
              <a:defRPr sz="1400"/>
            </a:lvl8pPr>
            <a:lvl9pPr lvl="8" rtl="0">
              <a:lnSpc>
                <a:spcPct val="100000"/>
              </a:lnSpc>
              <a:spcBef>
                <a:spcPts val="0"/>
              </a:spcBef>
              <a:spcAft>
                <a:spcPts val="0"/>
              </a:spcAft>
              <a:buNone/>
              <a:defRPr sz="1400"/>
            </a:lvl9pPr>
          </a:lstStyle>
          <a:p>
            <a:endParaRPr/>
          </a:p>
        </p:txBody>
      </p:sp>
      <p:sp>
        <p:nvSpPr>
          <p:cNvPr id="92" name="Google Shape;92;p13"/>
          <p:cNvSpPr txBox="1">
            <a:spLocks noGrp="1"/>
          </p:cNvSpPr>
          <p:nvPr>
            <p:ph type="title" idx="3" hasCustomPrompt="1"/>
          </p:nvPr>
        </p:nvSpPr>
        <p:spPr>
          <a:xfrm flipH="1">
            <a:off x="775488" y="3163275"/>
            <a:ext cx="859800" cy="451200"/>
          </a:xfrm>
          <a:prstGeom prst="rect">
            <a:avLst/>
          </a:prstGeom>
          <a:ln>
            <a:noFill/>
          </a:ln>
        </p:spPr>
        <p:txBody>
          <a:bodyPr spcFirstLastPara="1" wrap="square" lIns="91425" tIns="91425" rIns="91425" bIns="91425" anchor="ctr" anchorCtr="0">
            <a:noAutofit/>
          </a:bodyPr>
          <a:lstStyle>
            <a:lvl1pPr lvl="0" algn="ctr" rtl="0">
              <a:lnSpc>
                <a:spcPct val="100000"/>
              </a:lnSpc>
              <a:spcBef>
                <a:spcPts val="0"/>
              </a:spcBef>
              <a:spcAft>
                <a:spcPts val="0"/>
              </a:spcAft>
              <a:buSzPts val="2800"/>
              <a:buNone/>
              <a:defRPr sz="3500"/>
            </a:lvl1pPr>
            <a:lvl2pPr lvl="1" algn="ctr" rtl="0">
              <a:lnSpc>
                <a:spcPct val="100000"/>
              </a:lnSpc>
              <a:spcBef>
                <a:spcPts val="0"/>
              </a:spcBef>
              <a:spcAft>
                <a:spcPts val="0"/>
              </a:spcAft>
              <a:buClr>
                <a:schemeClr val="dk2"/>
              </a:buClr>
              <a:buSzPts val="3200"/>
              <a:buNone/>
              <a:defRPr sz="3200">
                <a:solidFill>
                  <a:schemeClr val="dk2"/>
                </a:solidFill>
              </a:defRPr>
            </a:lvl2pPr>
            <a:lvl3pPr lvl="2" algn="ctr" rtl="0">
              <a:lnSpc>
                <a:spcPct val="100000"/>
              </a:lnSpc>
              <a:spcBef>
                <a:spcPts val="0"/>
              </a:spcBef>
              <a:spcAft>
                <a:spcPts val="0"/>
              </a:spcAft>
              <a:buClr>
                <a:schemeClr val="dk2"/>
              </a:buClr>
              <a:buSzPts val="3200"/>
              <a:buNone/>
              <a:defRPr sz="3200">
                <a:solidFill>
                  <a:schemeClr val="dk2"/>
                </a:solidFill>
              </a:defRPr>
            </a:lvl3pPr>
            <a:lvl4pPr lvl="3" algn="ctr" rtl="0">
              <a:lnSpc>
                <a:spcPct val="100000"/>
              </a:lnSpc>
              <a:spcBef>
                <a:spcPts val="0"/>
              </a:spcBef>
              <a:spcAft>
                <a:spcPts val="0"/>
              </a:spcAft>
              <a:buClr>
                <a:schemeClr val="dk2"/>
              </a:buClr>
              <a:buSzPts val="3200"/>
              <a:buNone/>
              <a:defRPr sz="3200">
                <a:solidFill>
                  <a:schemeClr val="dk2"/>
                </a:solidFill>
              </a:defRPr>
            </a:lvl4pPr>
            <a:lvl5pPr lvl="4" algn="ctr" rtl="0">
              <a:lnSpc>
                <a:spcPct val="100000"/>
              </a:lnSpc>
              <a:spcBef>
                <a:spcPts val="0"/>
              </a:spcBef>
              <a:spcAft>
                <a:spcPts val="0"/>
              </a:spcAft>
              <a:buClr>
                <a:schemeClr val="dk2"/>
              </a:buClr>
              <a:buSzPts val="3200"/>
              <a:buNone/>
              <a:defRPr sz="3200">
                <a:solidFill>
                  <a:schemeClr val="dk2"/>
                </a:solidFill>
              </a:defRPr>
            </a:lvl5pPr>
            <a:lvl6pPr lvl="5" algn="ctr" rtl="0">
              <a:lnSpc>
                <a:spcPct val="100000"/>
              </a:lnSpc>
              <a:spcBef>
                <a:spcPts val="0"/>
              </a:spcBef>
              <a:spcAft>
                <a:spcPts val="0"/>
              </a:spcAft>
              <a:buClr>
                <a:schemeClr val="dk2"/>
              </a:buClr>
              <a:buSzPts val="3200"/>
              <a:buNone/>
              <a:defRPr sz="3200">
                <a:solidFill>
                  <a:schemeClr val="dk2"/>
                </a:solidFill>
              </a:defRPr>
            </a:lvl6pPr>
            <a:lvl7pPr lvl="6" algn="ctr" rtl="0">
              <a:lnSpc>
                <a:spcPct val="100000"/>
              </a:lnSpc>
              <a:spcBef>
                <a:spcPts val="0"/>
              </a:spcBef>
              <a:spcAft>
                <a:spcPts val="0"/>
              </a:spcAft>
              <a:buClr>
                <a:schemeClr val="dk2"/>
              </a:buClr>
              <a:buSzPts val="3200"/>
              <a:buNone/>
              <a:defRPr sz="3200">
                <a:solidFill>
                  <a:schemeClr val="dk2"/>
                </a:solidFill>
              </a:defRPr>
            </a:lvl7pPr>
            <a:lvl8pPr lvl="7" algn="ctr" rtl="0">
              <a:lnSpc>
                <a:spcPct val="100000"/>
              </a:lnSpc>
              <a:spcBef>
                <a:spcPts val="0"/>
              </a:spcBef>
              <a:spcAft>
                <a:spcPts val="0"/>
              </a:spcAft>
              <a:buClr>
                <a:schemeClr val="dk2"/>
              </a:buClr>
              <a:buSzPts val="3200"/>
              <a:buNone/>
              <a:defRPr sz="3200">
                <a:solidFill>
                  <a:schemeClr val="dk2"/>
                </a:solidFill>
              </a:defRPr>
            </a:lvl8pPr>
            <a:lvl9pPr lvl="8" algn="ctr" rtl="0">
              <a:lnSpc>
                <a:spcPct val="100000"/>
              </a:lnSpc>
              <a:spcBef>
                <a:spcPts val="0"/>
              </a:spcBef>
              <a:spcAft>
                <a:spcPts val="0"/>
              </a:spcAft>
              <a:buClr>
                <a:schemeClr val="dk2"/>
              </a:buClr>
              <a:buSzPts val="3200"/>
              <a:buNone/>
              <a:defRPr sz="3200">
                <a:solidFill>
                  <a:schemeClr val="dk2"/>
                </a:solidFill>
              </a:defRPr>
            </a:lvl9pPr>
          </a:lstStyle>
          <a:p>
            <a:r>
              <a:t>xx%</a:t>
            </a:r>
          </a:p>
        </p:txBody>
      </p:sp>
      <p:sp>
        <p:nvSpPr>
          <p:cNvPr id="93" name="Google Shape;93;p13"/>
          <p:cNvSpPr txBox="1">
            <a:spLocks noGrp="1"/>
          </p:cNvSpPr>
          <p:nvPr>
            <p:ph type="subTitle" idx="4"/>
          </p:nvPr>
        </p:nvSpPr>
        <p:spPr>
          <a:xfrm flipH="1">
            <a:off x="1880111" y="3243078"/>
            <a:ext cx="2582700" cy="371400"/>
          </a:xfrm>
          <a:prstGeom prst="rect">
            <a:avLst/>
          </a:prstGeom>
          <a:ln>
            <a:noFill/>
          </a:ln>
        </p:spPr>
        <p:txBody>
          <a:bodyPr spcFirstLastPara="1" wrap="square" lIns="91425" tIns="91425" rIns="91425" bIns="91425" anchor="b" anchorCtr="0">
            <a:noAutofit/>
          </a:bodyPr>
          <a:lstStyle>
            <a:lvl1pPr lvl="0" rtl="0">
              <a:lnSpc>
                <a:spcPct val="100000"/>
              </a:lnSpc>
              <a:spcBef>
                <a:spcPts val="0"/>
              </a:spcBef>
              <a:spcAft>
                <a:spcPts val="0"/>
              </a:spcAft>
              <a:buNone/>
              <a:defRPr>
                <a:latin typeface="Aldrich"/>
                <a:ea typeface="Aldrich"/>
                <a:cs typeface="Aldrich"/>
                <a:sym typeface="Aldrich"/>
              </a:defRPr>
            </a:lvl1pPr>
            <a:lvl2pPr lvl="1" rtl="0">
              <a:lnSpc>
                <a:spcPct val="100000"/>
              </a:lnSpc>
              <a:spcBef>
                <a:spcPts val="0"/>
              </a:spcBef>
              <a:spcAft>
                <a:spcPts val="0"/>
              </a:spcAft>
              <a:buNone/>
              <a:defRPr>
                <a:latin typeface="Aldrich"/>
                <a:ea typeface="Aldrich"/>
                <a:cs typeface="Aldrich"/>
                <a:sym typeface="Aldrich"/>
              </a:defRPr>
            </a:lvl2pPr>
            <a:lvl3pPr lvl="2" rtl="0">
              <a:lnSpc>
                <a:spcPct val="100000"/>
              </a:lnSpc>
              <a:spcBef>
                <a:spcPts val="0"/>
              </a:spcBef>
              <a:spcAft>
                <a:spcPts val="0"/>
              </a:spcAft>
              <a:buNone/>
              <a:defRPr>
                <a:latin typeface="Aldrich"/>
                <a:ea typeface="Aldrich"/>
                <a:cs typeface="Aldrich"/>
                <a:sym typeface="Aldrich"/>
              </a:defRPr>
            </a:lvl3pPr>
            <a:lvl4pPr lvl="3" rtl="0">
              <a:lnSpc>
                <a:spcPct val="100000"/>
              </a:lnSpc>
              <a:spcBef>
                <a:spcPts val="0"/>
              </a:spcBef>
              <a:spcAft>
                <a:spcPts val="0"/>
              </a:spcAft>
              <a:buNone/>
              <a:defRPr>
                <a:latin typeface="Aldrich"/>
                <a:ea typeface="Aldrich"/>
                <a:cs typeface="Aldrich"/>
                <a:sym typeface="Aldrich"/>
              </a:defRPr>
            </a:lvl4pPr>
            <a:lvl5pPr lvl="4" rtl="0">
              <a:lnSpc>
                <a:spcPct val="100000"/>
              </a:lnSpc>
              <a:spcBef>
                <a:spcPts val="0"/>
              </a:spcBef>
              <a:spcAft>
                <a:spcPts val="0"/>
              </a:spcAft>
              <a:buNone/>
              <a:defRPr>
                <a:latin typeface="Aldrich"/>
                <a:ea typeface="Aldrich"/>
                <a:cs typeface="Aldrich"/>
                <a:sym typeface="Aldrich"/>
              </a:defRPr>
            </a:lvl5pPr>
            <a:lvl6pPr lvl="5" rtl="0">
              <a:lnSpc>
                <a:spcPct val="100000"/>
              </a:lnSpc>
              <a:spcBef>
                <a:spcPts val="0"/>
              </a:spcBef>
              <a:spcAft>
                <a:spcPts val="0"/>
              </a:spcAft>
              <a:buNone/>
              <a:defRPr>
                <a:latin typeface="Aldrich"/>
                <a:ea typeface="Aldrich"/>
                <a:cs typeface="Aldrich"/>
                <a:sym typeface="Aldrich"/>
              </a:defRPr>
            </a:lvl6pPr>
            <a:lvl7pPr lvl="6" rtl="0">
              <a:lnSpc>
                <a:spcPct val="100000"/>
              </a:lnSpc>
              <a:spcBef>
                <a:spcPts val="0"/>
              </a:spcBef>
              <a:spcAft>
                <a:spcPts val="0"/>
              </a:spcAft>
              <a:buNone/>
              <a:defRPr>
                <a:latin typeface="Aldrich"/>
                <a:ea typeface="Aldrich"/>
                <a:cs typeface="Aldrich"/>
                <a:sym typeface="Aldrich"/>
              </a:defRPr>
            </a:lvl7pPr>
            <a:lvl8pPr lvl="7" rtl="0">
              <a:lnSpc>
                <a:spcPct val="100000"/>
              </a:lnSpc>
              <a:spcBef>
                <a:spcPts val="0"/>
              </a:spcBef>
              <a:spcAft>
                <a:spcPts val="0"/>
              </a:spcAft>
              <a:buNone/>
              <a:defRPr>
                <a:latin typeface="Aldrich"/>
                <a:ea typeface="Aldrich"/>
                <a:cs typeface="Aldrich"/>
                <a:sym typeface="Aldrich"/>
              </a:defRPr>
            </a:lvl8pPr>
            <a:lvl9pPr lvl="8" rtl="0">
              <a:lnSpc>
                <a:spcPct val="100000"/>
              </a:lnSpc>
              <a:spcBef>
                <a:spcPts val="0"/>
              </a:spcBef>
              <a:spcAft>
                <a:spcPts val="0"/>
              </a:spcAft>
              <a:buNone/>
              <a:defRPr>
                <a:latin typeface="Aldrich"/>
                <a:ea typeface="Aldrich"/>
                <a:cs typeface="Aldrich"/>
                <a:sym typeface="Aldrich"/>
              </a:defRPr>
            </a:lvl9pPr>
          </a:lstStyle>
          <a:p>
            <a:endParaRPr/>
          </a:p>
        </p:txBody>
      </p:sp>
      <p:sp>
        <p:nvSpPr>
          <p:cNvPr id="94" name="Google Shape;94;p13"/>
          <p:cNvSpPr txBox="1">
            <a:spLocks noGrp="1"/>
          </p:cNvSpPr>
          <p:nvPr>
            <p:ph type="subTitle" idx="5"/>
          </p:nvPr>
        </p:nvSpPr>
        <p:spPr>
          <a:xfrm flipH="1">
            <a:off x="1880113" y="3549028"/>
            <a:ext cx="2582700" cy="5274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None/>
              <a:defRPr sz="1400"/>
            </a:lvl1pPr>
            <a:lvl2pPr lvl="1" rtl="0">
              <a:lnSpc>
                <a:spcPct val="100000"/>
              </a:lnSpc>
              <a:spcBef>
                <a:spcPts val="0"/>
              </a:spcBef>
              <a:spcAft>
                <a:spcPts val="0"/>
              </a:spcAft>
              <a:buNone/>
              <a:defRPr sz="1400"/>
            </a:lvl2pPr>
            <a:lvl3pPr lvl="2" rtl="0">
              <a:lnSpc>
                <a:spcPct val="100000"/>
              </a:lnSpc>
              <a:spcBef>
                <a:spcPts val="0"/>
              </a:spcBef>
              <a:spcAft>
                <a:spcPts val="0"/>
              </a:spcAft>
              <a:buNone/>
              <a:defRPr sz="1400"/>
            </a:lvl3pPr>
            <a:lvl4pPr lvl="3" rtl="0">
              <a:lnSpc>
                <a:spcPct val="100000"/>
              </a:lnSpc>
              <a:spcBef>
                <a:spcPts val="0"/>
              </a:spcBef>
              <a:spcAft>
                <a:spcPts val="0"/>
              </a:spcAft>
              <a:buNone/>
              <a:defRPr sz="1400"/>
            </a:lvl4pPr>
            <a:lvl5pPr lvl="4" rtl="0">
              <a:lnSpc>
                <a:spcPct val="100000"/>
              </a:lnSpc>
              <a:spcBef>
                <a:spcPts val="0"/>
              </a:spcBef>
              <a:spcAft>
                <a:spcPts val="0"/>
              </a:spcAft>
              <a:buNone/>
              <a:defRPr sz="1400"/>
            </a:lvl5pPr>
            <a:lvl6pPr lvl="5" rtl="0">
              <a:lnSpc>
                <a:spcPct val="100000"/>
              </a:lnSpc>
              <a:spcBef>
                <a:spcPts val="0"/>
              </a:spcBef>
              <a:spcAft>
                <a:spcPts val="0"/>
              </a:spcAft>
              <a:buNone/>
              <a:defRPr sz="1400"/>
            </a:lvl6pPr>
            <a:lvl7pPr lvl="6" rtl="0">
              <a:lnSpc>
                <a:spcPct val="100000"/>
              </a:lnSpc>
              <a:spcBef>
                <a:spcPts val="0"/>
              </a:spcBef>
              <a:spcAft>
                <a:spcPts val="0"/>
              </a:spcAft>
              <a:buNone/>
              <a:defRPr sz="1400"/>
            </a:lvl7pPr>
            <a:lvl8pPr lvl="7" rtl="0">
              <a:lnSpc>
                <a:spcPct val="100000"/>
              </a:lnSpc>
              <a:spcBef>
                <a:spcPts val="0"/>
              </a:spcBef>
              <a:spcAft>
                <a:spcPts val="0"/>
              </a:spcAft>
              <a:buNone/>
              <a:defRPr sz="1400"/>
            </a:lvl8pPr>
            <a:lvl9pPr lvl="8" rtl="0">
              <a:lnSpc>
                <a:spcPct val="100000"/>
              </a:lnSpc>
              <a:spcBef>
                <a:spcPts val="0"/>
              </a:spcBef>
              <a:spcAft>
                <a:spcPts val="0"/>
              </a:spcAft>
              <a:buNone/>
              <a:defRPr sz="1400"/>
            </a:lvl9pPr>
          </a:lstStyle>
          <a:p>
            <a:endParaRPr/>
          </a:p>
        </p:txBody>
      </p:sp>
      <p:sp>
        <p:nvSpPr>
          <p:cNvPr id="95" name="Google Shape;95;p13"/>
          <p:cNvSpPr txBox="1">
            <a:spLocks noGrp="1"/>
          </p:cNvSpPr>
          <p:nvPr>
            <p:ph type="title" idx="6" hasCustomPrompt="1"/>
          </p:nvPr>
        </p:nvSpPr>
        <p:spPr>
          <a:xfrm>
            <a:off x="4710913" y="1636400"/>
            <a:ext cx="859800" cy="451200"/>
          </a:xfrm>
          <a:prstGeom prst="rect">
            <a:avLst/>
          </a:prstGeom>
          <a:ln>
            <a:noFill/>
          </a:ln>
        </p:spPr>
        <p:txBody>
          <a:bodyPr spcFirstLastPara="1" wrap="square" lIns="91425" tIns="91425" rIns="91425" bIns="91425" anchor="ctr" anchorCtr="0">
            <a:noAutofit/>
          </a:bodyPr>
          <a:lstStyle>
            <a:lvl1pPr lvl="0" algn="ctr" rtl="0">
              <a:lnSpc>
                <a:spcPct val="100000"/>
              </a:lnSpc>
              <a:spcBef>
                <a:spcPts val="0"/>
              </a:spcBef>
              <a:spcAft>
                <a:spcPts val="0"/>
              </a:spcAft>
              <a:buSzPts val="2800"/>
              <a:buNone/>
              <a:defRPr sz="3500"/>
            </a:lvl1pPr>
            <a:lvl2pPr lvl="1" algn="ctr" rtl="0">
              <a:lnSpc>
                <a:spcPct val="100000"/>
              </a:lnSpc>
              <a:spcBef>
                <a:spcPts val="0"/>
              </a:spcBef>
              <a:spcAft>
                <a:spcPts val="0"/>
              </a:spcAft>
              <a:buClr>
                <a:schemeClr val="dk2"/>
              </a:buClr>
              <a:buSzPts val="3200"/>
              <a:buNone/>
              <a:defRPr sz="3200">
                <a:solidFill>
                  <a:schemeClr val="dk2"/>
                </a:solidFill>
              </a:defRPr>
            </a:lvl2pPr>
            <a:lvl3pPr lvl="2" algn="ctr" rtl="0">
              <a:lnSpc>
                <a:spcPct val="100000"/>
              </a:lnSpc>
              <a:spcBef>
                <a:spcPts val="0"/>
              </a:spcBef>
              <a:spcAft>
                <a:spcPts val="0"/>
              </a:spcAft>
              <a:buClr>
                <a:schemeClr val="dk2"/>
              </a:buClr>
              <a:buSzPts val="3200"/>
              <a:buNone/>
              <a:defRPr sz="3200">
                <a:solidFill>
                  <a:schemeClr val="dk2"/>
                </a:solidFill>
              </a:defRPr>
            </a:lvl3pPr>
            <a:lvl4pPr lvl="3" algn="ctr" rtl="0">
              <a:lnSpc>
                <a:spcPct val="100000"/>
              </a:lnSpc>
              <a:spcBef>
                <a:spcPts val="0"/>
              </a:spcBef>
              <a:spcAft>
                <a:spcPts val="0"/>
              </a:spcAft>
              <a:buClr>
                <a:schemeClr val="dk2"/>
              </a:buClr>
              <a:buSzPts val="3200"/>
              <a:buNone/>
              <a:defRPr sz="3200">
                <a:solidFill>
                  <a:schemeClr val="dk2"/>
                </a:solidFill>
              </a:defRPr>
            </a:lvl4pPr>
            <a:lvl5pPr lvl="4" algn="ctr" rtl="0">
              <a:lnSpc>
                <a:spcPct val="100000"/>
              </a:lnSpc>
              <a:spcBef>
                <a:spcPts val="0"/>
              </a:spcBef>
              <a:spcAft>
                <a:spcPts val="0"/>
              </a:spcAft>
              <a:buClr>
                <a:schemeClr val="dk2"/>
              </a:buClr>
              <a:buSzPts val="3200"/>
              <a:buNone/>
              <a:defRPr sz="3200">
                <a:solidFill>
                  <a:schemeClr val="dk2"/>
                </a:solidFill>
              </a:defRPr>
            </a:lvl5pPr>
            <a:lvl6pPr lvl="5" algn="ctr" rtl="0">
              <a:lnSpc>
                <a:spcPct val="100000"/>
              </a:lnSpc>
              <a:spcBef>
                <a:spcPts val="0"/>
              </a:spcBef>
              <a:spcAft>
                <a:spcPts val="0"/>
              </a:spcAft>
              <a:buClr>
                <a:schemeClr val="dk2"/>
              </a:buClr>
              <a:buSzPts val="3200"/>
              <a:buNone/>
              <a:defRPr sz="3200">
                <a:solidFill>
                  <a:schemeClr val="dk2"/>
                </a:solidFill>
              </a:defRPr>
            </a:lvl6pPr>
            <a:lvl7pPr lvl="6" algn="ctr" rtl="0">
              <a:lnSpc>
                <a:spcPct val="100000"/>
              </a:lnSpc>
              <a:spcBef>
                <a:spcPts val="0"/>
              </a:spcBef>
              <a:spcAft>
                <a:spcPts val="0"/>
              </a:spcAft>
              <a:buClr>
                <a:schemeClr val="dk2"/>
              </a:buClr>
              <a:buSzPts val="3200"/>
              <a:buNone/>
              <a:defRPr sz="3200">
                <a:solidFill>
                  <a:schemeClr val="dk2"/>
                </a:solidFill>
              </a:defRPr>
            </a:lvl7pPr>
            <a:lvl8pPr lvl="7" algn="ctr" rtl="0">
              <a:lnSpc>
                <a:spcPct val="100000"/>
              </a:lnSpc>
              <a:spcBef>
                <a:spcPts val="0"/>
              </a:spcBef>
              <a:spcAft>
                <a:spcPts val="0"/>
              </a:spcAft>
              <a:buClr>
                <a:schemeClr val="dk2"/>
              </a:buClr>
              <a:buSzPts val="3200"/>
              <a:buNone/>
              <a:defRPr sz="3200">
                <a:solidFill>
                  <a:schemeClr val="dk2"/>
                </a:solidFill>
              </a:defRPr>
            </a:lvl8pPr>
            <a:lvl9pPr lvl="8" algn="ctr" rtl="0">
              <a:lnSpc>
                <a:spcPct val="100000"/>
              </a:lnSpc>
              <a:spcBef>
                <a:spcPts val="0"/>
              </a:spcBef>
              <a:spcAft>
                <a:spcPts val="0"/>
              </a:spcAft>
              <a:buClr>
                <a:schemeClr val="dk2"/>
              </a:buClr>
              <a:buSzPts val="3200"/>
              <a:buNone/>
              <a:defRPr sz="3200">
                <a:solidFill>
                  <a:schemeClr val="dk2"/>
                </a:solidFill>
              </a:defRPr>
            </a:lvl9pPr>
          </a:lstStyle>
          <a:p>
            <a:r>
              <a:t>xx%</a:t>
            </a:r>
          </a:p>
        </p:txBody>
      </p:sp>
      <p:sp>
        <p:nvSpPr>
          <p:cNvPr id="96" name="Google Shape;96;p13"/>
          <p:cNvSpPr txBox="1">
            <a:spLocks noGrp="1"/>
          </p:cNvSpPr>
          <p:nvPr>
            <p:ph type="subTitle" idx="7"/>
          </p:nvPr>
        </p:nvSpPr>
        <p:spPr>
          <a:xfrm>
            <a:off x="5719788" y="1716275"/>
            <a:ext cx="2582700" cy="371400"/>
          </a:xfrm>
          <a:prstGeom prst="rect">
            <a:avLst/>
          </a:prstGeom>
          <a:ln>
            <a:noFill/>
          </a:ln>
        </p:spPr>
        <p:txBody>
          <a:bodyPr spcFirstLastPara="1" wrap="square" lIns="91425" tIns="91425" rIns="91425" bIns="91425" anchor="b" anchorCtr="0">
            <a:noAutofit/>
          </a:bodyPr>
          <a:lstStyle>
            <a:lvl1pPr lvl="0" rtl="0">
              <a:lnSpc>
                <a:spcPct val="100000"/>
              </a:lnSpc>
              <a:spcBef>
                <a:spcPts val="0"/>
              </a:spcBef>
              <a:spcAft>
                <a:spcPts val="0"/>
              </a:spcAft>
              <a:buNone/>
              <a:defRPr>
                <a:latin typeface="Aldrich"/>
                <a:ea typeface="Aldrich"/>
                <a:cs typeface="Aldrich"/>
                <a:sym typeface="Aldrich"/>
              </a:defRPr>
            </a:lvl1pPr>
            <a:lvl2pPr lvl="1" rtl="0">
              <a:lnSpc>
                <a:spcPct val="100000"/>
              </a:lnSpc>
              <a:spcBef>
                <a:spcPts val="0"/>
              </a:spcBef>
              <a:spcAft>
                <a:spcPts val="0"/>
              </a:spcAft>
              <a:buNone/>
              <a:defRPr>
                <a:latin typeface="Aldrich"/>
                <a:ea typeface="Aldrich"/>
                <a:cs typeface="Aldrich"/>
                <a:sym typeface="Aldrich"/>
              </a:defRPr>
            </a:lvl2pPr>
            <a:lvl3pPr lvl="2" rtl="0">
              <a:lnSpc>
                <a:spcPct val="100000"/>
              </a:lnSpc>
              <a:spcBef>
                <a:spcPts val="0"/>
              </a:spcBef>
              <a:spcAft>
                <a:spcPts val="0"/>
              </a:spcAft>
              <a:buNone/>
              <a:defRPr>
                <a:latin typeface="Aldrich"/>
                <a:ea typeface="Aldrich"/>
                <a:cs typeface="Aldrich"/>
                <a:sym typeface="Aldrich"/>
              </a:defRPr>
            </a:lvl3pPr>
            <a:lvl4pPr lvl="3" rtl="0">
              <a:lnSpc>
                <a:spcPct val="100000"/>
              </a:lnSpc>
              <a:spcBef>
                <a:spcPts val="0"/>
              </a:spcBef>
              <a:spcAft>
                <a:spcPts val="0"/>
              </a:spcAft>
              <a:buNone/>
              <a:defRPr>
                <a:latin typeface="Aldrich"/>
                <a:ea typeface="Aldrich"/>
                <a:cs typeface="Aldrich"/>
                <a:sym typeface="Aldrich"/>
              </a:defRPr>
            </a:lvl4pPr>
            <a:lvl5pPr lvl="4" rtl="0">
              <a:lnSpc>
                <a:spcPct val="100000"/>
              </a:lnSpc>
              <a:spcBef>
                <a:spcPts val="0"/>
              </a:spcBef>
              <a:spcAft>
                <a:spcPts val="0"/>
              </a:spcAft>
              <a:buNone/>
              <a:defRPr>
                <a:latin typeface="Aldrich"/>
                <a:ea typeface="Aldrich"/>
                <a:cs typeface="Aldrich"/>
                <a:sym typeface="Aldrich"/>
              </a:defRPr>
            </a:lvl5pPr>
            <a:lvl6pPr lvl="5" rtl="0">
              <a:lnSpc>
                <a:spcPct val="100000"/>
              </a:lnSpc>
              <a:spcBef>
                <a:spcPts val="0"/>
              </a:spcBef>
              <a:spcAft>
                <a:spcPts val="0"/>
              </a:spcAft>
              <a:buNone/>
              <a:defRPr>
                <a:latin typeface="Aldrich"/>
                <a:ea typeface="Aldrich"/>
                <a:cs typeface="Aldrich"/>
                <a:sym typeface="Aldrich"/>
              </a:defRPr>
            </a:lvl6pPr>
            <a:lvl7pPr lvl="6" rtl="0">
              <a:lnSpc>
                <a:spcPct val="100000"/>
              </a:lnSpc>
              <a:spcBef>
                <a:spcPts val="0"/>
              </a:spcBef>
              <a:spcAft>
                <a:spcPts val="0"/>
              </a:spcAft>
              <a:buNone/>
              <a:defRPr>
                <a:latin typeface="Aldrich"/>
                <a:ea typeface="Aldrich"/>
                <a:cs typeface="Aldrich"/>
                <a:sym typeface="Aldrich"/>
              </a:defRPr>
            </a:lvl7pPr>
            <a:lvl8pPr lvl="7" rtl="0">
              <a:lnSpc>
                <a:spcPct val="100000"/>
              </a:lnSpc>
              <a:spcBef>
                <a:spcPts val="0"/>
              </a:spcBef>
              <a:spcAft>
                <a:spcPts val="0"/>
              </a:spcAft>
              <a:buNone/>
              <a:defRPr>
                <a:latin typeface="Aldrich"/>
                <a:ea typeface="Aldrich"/>
                <a:cs typeface="Aldrich"/>
                <a:sym typeface="Aldrich"/>
              </a:defRPr>
            </a:lvl8pPr>
            <a:lvl9pPr lvl="8" rtl="0">
              <a:lnSpc>
                <a:spcPct val="100000"/>
              </a:lnSpc>
              <a:spcBef>
                <a:spcPts val="0"/>
              </a:spcBef>
              <a:spcAft>
                <a:spcPts val="0"/>
              </a:spcAft>
              <a:buNone/>
              <a:defRPr>
                <a:latin typeface="Aldrich"/>
                <a:ea typeface="Aldrich"/>
                <a:cs typeface="Aldrich"/>
                <a:sym typeface="Aldrich"/>
              </a:defRPr>
            </a:lvl9pPr>
          </a:lstStyle>
          <a:p>
            <a:endParaRPr/>
          </a:p>
        </p:txBody>
      </p:sp>
      <p:sp>
        <p:nvSpPr>
          <p:cNvPr id="97" name="Google Shape;97;p13"/>
          <p:cNvSpPr txBox="1">
            <a:spLocks noGrp="1"/>
          </p:cNvSpPr>
          <p:nvPr>
            <p:ph type="subTitle" idx="8"/>
          </p:nvPr>
        </p:nvSpPr>
        <p:spPr>
          <a:xfrm>
            <a:off x="5719788" y="2039883"/>
            <a:ext cx="2582700" cy="5274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None/>
              <a:defRPr sz="1400"/>
            </a:lvl1pPr>
            <a:lvl2pPr lvl="1" rtl="0">
              <a:lnSpc>
                <a:spcPct val="100000"/>
              </a:lnSpc>
              <a:spcBef>
                <a:spcPts val="0"/>
              </a:spcBef>
              <a:spcAft>
                <a:spcPts val="0"/>
              </a:spcAft>
              <a:buNone/>
              <a:defRPr sz="1400"/>
            </a:lvl2pPr>
            <a:lvl3pPr lvl="2" rtl="0">
              <a:lnSpc>
                <a:spcPct val="100000"/>
              </a:lnSpc>
              <a:spcBef>
                <a:spcPts val="0"/>
              </a:spcBef>
              <a:spcAft>
                <a:spcPts val="0"/>
              </a:spcAft>
              <a:buNone/>
              <a:defRPr sz="1400"/>
            </a:lvl3pPr>
            <a:lvl4pPr lvl="3" rtl="0">
              <a:lnSpc>
                <a:spcPct val="100000"/>
              </a:lnSpc>
              <a:spcBef>
                <a:spcPts val="0"/>
              </a:spcBef>
              <a:spcAft>
                <a:spcPts val="0"/>
              </a:spcAft>
              <a:buNone/>
              <a:defRPr sz="1400"/>
            </a:lvl4pPr>
            <a:lvl5pPr lvl="4" rtl="0">
              <a:lnSpc>
                <a:spcPct val="100000"/>
              </a:lnSpc>
              <a:spcBef>
                <a:spcPts val="0"/>
              </a:spcBef>
              <a:spcAft>
                <a:spcPts val="0"/>
              </a:spcAft>
              <a:buNone/>
              <a:defRPr sz="1400"/>
            </a:lvl5pPr>
            <a:lvl6pPr lvl="5" rtl="0">
              <a:lnSpc>
                <a:spcPct val="100000"/>
              </a:lnSpc>
              <a:spcBef>
                <a:spcPts val="0"/>
              </a:spcBef>
              <a:spcAft>
                <a:spcPts val="0"/>
              </a:spcAft>
              <a:buNone/>
              <a:defRPr sz="1400"/>
            </a:lvl6pPr>
            <a:lvl7pPr lvl="6" rtl="0">
              <a:lnSpc>
                <a:spcPct val="100000"/>
              </a:lnSpc>
              <a:spcBef>
                <a:spcPts val="0"/>
              </a:spcBef>
              <a:spcAft>
                <a:spcPts val="0"/>
              </a:spcAft>
              <a:buNone/>
              <a:defRPr sz="1400"/>
            </a:lvl7pPr>
            <a:lvl8pPr lvl="7" rtl="0">
              <a:lnSpc>
                <a:spcPct val="100000"/>
              </a:lnSpc>
              <a:spcBef>
                <a:spcPts val="0"/>
              </a:spcBef>
              <a:spcAft>
                <a:spcPts val="0"/>
              </a:spcAft>
              <a:buNone/>
              <a:defRPr sz="1400"/>
            </a:lvl8pPr>
            <a:lvl9pPr lvl="8" rtl="0">
              <a:lnSpc>
                <a:spcPct val="100000"/>
              </a:lnSpc>
              <a:spcBef>
                <a:spcPts val="0"/>
              </a:spcBef>
              <a:spcAft>
                <a:spcPts val="0"/>
              </a:spcAft>
              <a:buNone/>
              <a:defRPr sz="1400"/>
            </a:lvl9pPr>
          </a:lstStyle>
          <a:p>
            <a:endParaRPr/>
          </a:p>
        </p:txBody>
      </p:sp>
      <p:sp>
        <p:nvSpPr>
          <p:cNvPr id="98" name="Google Shape;98;p13"/>
          <p:cNvSpPr txBox="1">
            <a:spLocks noGrp="1"/>
          </p:cNvSpPr>
          <p:nvPr>
            <p:ph type="title" idx="9" hasCustomPrompt="1"/>
          </p:nvPr>
        </p:nvSpPr>
        <p:spPr>
          <a:xfrm>
            <a:off x="4710913" y="3163275"/>
            <a:ext cx="859800" cy="451200"/>
          </a:xfrm>
          <a:prstGeom prst="rect">
            <a:avLst/>
          </a:prstGeom>
          <a:ln>
            <a:noFill/>
          </a:ln>
        </p:spPr>
        <p:txBody>
          <a:bodyPr spcFirstLastPara="1" wrap="square" lIns="91425" tIns="91425" rIns="91425" bIns="91425" anchor="ctr" anchorCtr="0">
            <a:noAutofit/>
          </a:bodyPr>
          <a:lstStyle>
            <a:lvl1pPr lvl="0" algn="ctr" rtl="0">
              <a:lnSpc>
                <a:spcPct val="100000"/>
              </a:lnSpc>
              <a:spcBef>
                <a:spcPts val="0"/>
              </a:spcBef>
              <a:spcAft>
                <a:spcPts val="0"/>
              </a:spcAft>
              <a:buSzPts val="2800"/>
              <a:buNone/>
              <a:defRPr sz="3500"/>
            </a:lvl1pPr>
            <a:lvl2pPr lvl="1" algn="ctr" rtl="0">
              <a:lnSpc>
                <a:spcPct val="100000"/>
              </a:lnSpc>
              <a:spcBef>
                <a:spcPts val="0"/>
              </a:spcBef>
              <a:spcAft>
                <a:spcPts val="0"/>
              </a:spcAft>
              <a:buClr>
                <a:schemeClr val="dk2"/>
              </a:buClr>
              <a:buSzPts val="3200"/>
              <a:buNone/>
              <a:defRPr sz="3200">
                <a:solidFill>
                  <a:schemeClr val="dk2"/>
                </a:solidFill>
              </a:defRPr>
            </a:lvl2pPr>
            <a:lvl3pPr lvl="2" algn="ctr" rtl="0">
              <a:lnSpc>
                <a:spcPct val="100000"/>
              </a:lnSpc>
              <a:spcBef>
                <a:spcPts val="0"/>
              </a:spcBef>
              <a:spcAft>
                <a:spcPts val="0"/>
              </a:spcAft>
              <a:buClr>
                <a:schemeClr val="dk2"/>
              </a:buClr>
              <a:buSzPts val="3200"/>
              <a:buNone/>
              <a:defRPr sz="3200">
                <a:solidFill>
                  <a:schemeClr val="dk2"/>
                </a:solidFill>
              </a:defRPr>
            </a:lvl3pPr>
            <a:lvl4pPr lvl="3" algn="ctr" rtl="0">
              <a:lnSpc>
                <a:spcPct val="100000"/>
              </a:lnSpc>
              <a:spcBef>
                <a:spcPts val="0"/>
              </a:spcBef>
              <a:spcAft>
                <a:spcPts val="0"/>
              </a:spcAft>
              <a:buClr>
                <a:schemeClr val="dk2"/>
              </a:buClr>
              <a:buSzPts val="3200"/>
              <a:buNone/>
              <a:defRPr sz="3200">
                <a:solidFill>
                  <a:schemeClr val="dk2"/>
                </a:solidFill>
              </a:defRPr>
            </a:lvl4pPr>
            <a:lvl5pPr lvl="4" algn="ctr" rtl="0">
              <a:lnSpc>
                <a:spcPct val="100000"/>
              </a:lnSpc>
              <a:spcBef>
                <a:spcPts val="0"/>
              </a:spcBef>
              <a:spcAft>
                <a:spcPts val="0"/>
              </a:spcAft>
              <a:buClr>
                <a:schemeClr val="dk2"/>
              </a:buClr>
              <a:buSzPts val="3200"/>
              <a:buNone/>
              <a:defRPr sz="3200">
                <a:solidFill>
                  <a:schemeClr val="dk2"/>
                </a:solidFill>
              </a:defRPr>
            </a:lvl5pPr>
            <a:lvl6pPr lvl="5" algn="ctr" rtl="0">
              <a:lnSpc>
                <a:spcPct val="100000"/>
              </a:lnSpc>
              <a:spcBef>
                <a:spcPts val="0"/>
              </a:spcBef>
              <a:spcAft>
                <a:spcPts val="0"/>
              </a:spcAft>
              <a:buClr>
                <a:schemeClr val="dk2"/>
              </a:buClr>
              <a:buSzPts val="3200"/>
              <a:buNone/>
              <a:defRPr sz="3200">
                <a:solidFill>
                  <a:schemeClr val="dk2"/>
                </a:solidFill>
              </a:defRPr>
            </a:lvl6pPr>
            <a:lvl7pPr lvl="6" algn="ctr" rtl="0">
              <a:lnSpc>
                <a:spcPct val="100000"/>
              </a:lnSpc>
              <a:spcBef>
                <a:spcPts val="0"/>
              </a:spcBef>
              <a:spcAft>
                <a:spcPts val="0"/>
              </a:spcAft>
              <a:buClr>
                <a:schemeClr val="dk2"/>
              </a:buClr>
              <a:buSzPts val="3200"/>
              <a:buNone/>
              <a:defRPr sz="3200">
                <a:solidFill>
                  <a:schemeClr val="dk2"/>
                </a:solidFill>
              </a:defRPr>
            </a:lvl7pPr>
            <a:lvl8pPr lvl="7" algn="ctr" rtl="0">
              <a:lnSpc>
                <a:spcPct val="100000"/>
              </a:lnSpc>
              <a:spcBef>
                <a:spcPts val="0"/>
              </a:spcBef>
              <a:spcAft>
                <a:spcPts val="0"/>
              </a:spcAft>
              <a:buClr>
                <a:schemeClr val="dk2"/>
              </a:buClr>
              <a:buSzPts val="3200"/>
              <a:buNone/>
              <a:defRPr sz="3200">
                <a:solidFill>
                  <a:schemeClr val="dk2"/>
                </a:solidFill>
              </a:defRPr>
            </a:lvl8pPr>
            <a:lvl9pPr lvl="8" algn="ctr" rtl="0">
              <a:lnSpc>
                <a:spcPct val="100000"/>
              </a:lnSpc>
              <a:spcBef>
                <a:spcPts val="0"/>
              </a:spcBef>
              <a:spcAft>
                <a:spcPts val="0"/>
              </a:spcAft>
              <a:buClr>
                <a:schemeClr val="dk2"/>
              </a:buClr>
              <a:buSzPts val="3200"/>
              <a:buNone/>
              <a:defRPr sz="3200">
                <a:solidFill>
                  <a:schemeClr val="dk2"/>
                </a:solidFill>
              </a:defRPr>
            </a:lvl9pPr>
          </a:lstStyle>
          <a:p>
            <a:r>
              <a:t>xx%</a:t>
            </a:r>
          </a:p>
        </p:txBody>
      </p:sp>
      <p:sp>
        <p:nvSpPr>
          <p:cNvPr id="99" name="Google Shape;99;p13"/>
          <p:cNvSpPr txBox="1">
            <a:spLocks noGrp="1"/>
          </p:cNvSpPr>
          <p:nvPr>
            <p:ph type="subTitle" idx="13"/>
          </p:nvPr>
        </p:nvSpPr>
        <p:spPr>
          <a:xfrm>
            <a:off x="5719788" y="3243076"/>
            <a:ext cx="2582700" cy="371400"/>
          </a:xfrm>
          <a:prstGeom prst="rect">
            <a:avLst/>
          </a:prstGeom>
          <a:ln>
            <a:noFill/>
          </a:ln>
        </p:spPr>
        <p:txBody>
          <a:bodyPr spcFirstLastPara="1" wrap="square" lIns="91425" tIns="91425" rIns="91425" bIns="91425" anchor="b" anchorCtr="0">
            <a:noAutofit/>
          </a:bodyPr>
          <a:lstStyle>
            <a:lvl1pPr lvl="0" rtl="0">
              <a:lnSpc>
                <a:spcPct val="100000"/>
              </a:lnSpc>
              <a:spcBef>
                <a:spcPts val="0"/>
              </a:spcBef>
              <a:spcAft>
                <a:spcPts val="0"/>
              </a:spcAft>
              <a:buNone/>
              <a:defRPr>
                <a:latin typeface="Aldrich"/>
                <a:ea typeface="Aldrich"/>
                <a:cs typeface="Aldrich"/>
                <a:sym typeface="Aldrich"/>
              </a:defRPr>
            </a:lvl1pPr>
            <a:lvl2pPr lvl="1" rtl="0">
              <a:lnSpc>
                <a:spcPct val="100000"/>
              </a:lnSpc>
              <a:spcBef>
                <a:spcPts val="0"/>
              </a:spcBef>
              <a:spcAft>
                <a:spcPts val="0"/>
              </a:spcAft>
              <a:buNone/>
              <a:defRPr>
                <a:latin typeface="Aldrich"/>
                <a:ea typeface="Aldrich"/>
                <a:cs typeface="Aldrich"/>
                <a:sym typeface="Aldrich"/>
              </a:defRPr>
            </a:lvl2pPr>
            <a:lvl3pPr lvl="2" rtl="0">
              <a:lnSpc>
                <a:spcPct val="100000"/>
              </a:lnSpc>
              <a:spcBef>
                <a:spcPts val="0"/>
              </a:spcBef>
              <a:spcAft>
                <a:spcPts val="0"/>
              </a:spcAft>
              <a:buNone/>
              <a:defRPr>
                <a:latin typeface="Aldrich"/>
                <a:ea typeface="Aldrich"/>
                <a:cs typeface="Aldrich"/>
                <a:sym typeface="Aldrich"/>
              </a:defRPr>
            </a:lvl3pPr>
            <a:lvl4pPr lvl="3" rtl="0">
              <a:lnSpc>
                <a:spcPct val="100000"/>
              </a:lnSpc>
              <a:spcBef>
                <a:spcPts val="0"/>
              </a:spcBef>
              <a:spcAft>
                <a:spcPts val="0"/>
              </a:spcAft>
              <a:buNone/>
              <a:defRPr>
                <a:latin typeface="Aldrich"/>
                <a:ea typeface="Aldrich"/>
                <a:cs typeface="Aldrich"/>
                <a:sym typeface="Aldrich"/>
              </a:defRPr>
            </a:lvl4pPr>
            <a:lvl5pPr lvl="4" rtl="0">
              <a:lnSpc>
                <a:spcPct val="100000"/>
              </a:lnSpc>
              <a:spcBef>
                <a:spcPts val="0"/>
              </a:spcBef>
              <a:spcAft>
                <a:spcPts val="0"/>
              </a:spcAft>
              <a:buNone/>
              <a:defRPr>
                <a:latin typeface="Aldrich"/>
                <a:ea typeface="Aldrich"/>
                <a:cs typeface="Aldrich"/>
                <a:sym typeface="Aldrich"/>
              </a:defRPr>
            </a:lvl5pPr>
            <a:lvl6pPr lvl="5" rtl="0">
              <a:lnSpc>
                <a:spcPct val="100000"/>
              </a:lnSpc>
              <a:spcBef>
                <a:spcPts val="0"/>
              </a:spcBef>
              <a:spcAft>
                <a:spcPts val="0"/>
              </a:spcAft>
              <a:buNone/>
              <a:defRPr>
                <a:latin typeface="Aldrich"/>
                <a:ea typeface="Aldrich"/>
                <a:cs typeface="Aldrich"/>
                <a:sym typeface="Aldrich"/>
              </a:defRPr>
            </a:lvl6pPr>
            <a:lvl7pPr lvl="6" rtl="0">
              <a:lnSpc>
                <a:spcPct val="100000"/>
              </a:lnSpc>
              <a:spcBef>
                <a:spcPts val="0"/>
              </a:spcBef>
              <a:spcAft>
                <a:spcPts val="0"/>
              </a:spcAft>
              <a:buNone/>
              <a:defRPr>
                <a:latin typeface="Aldrich"/>
                <a:ea typeface="Aldrich"/>
                <a:cs typeface="Aldrich"/>
                <a:sym typeface="Aldrich"/>
              </a:defRPr>
            </a:lvl7pPr>
            <a:lvl8pPr lvl="7" rtl="0">
              <a:lnSpc>
                <a:spcPct val="100000"/>
              </a:lnSpc>
              <a:spcBef>
                <a:spcPts val="0"/>
              </a:spcBef>
              <a:spcAft>
                <a:spcPts val="0"/>
              </a:spcAft>
              <a:buNone/>
              <a:defRPr>
                <a:latin typeface="Aldrich"/>
                <a:ea typeface="Aldrich"/>
                <a:cs typeface="Aldrich"/>
                <a:sym typeface="Aldrich"/>
              </a:defRPr>
            </a:lvl8pPr>
            <a:lvl9pPr lvl="8" rtl="0">
              <a:lnSpc>
                <a:spcPct val="100000"/>
              </a:lnSpc>
              <a:spcBef>
                <a:spcPts val="0"/>
              </a:spcBef>
              <a:spcAft>
                <a:spcPts val="0"/>
              </a:spcAft>
              <a:buNone/>
              <a:defRPr>
                <a:latin typeface="Aldrich"/>
                <a:ea typeface="Aldrich"/>
                <a:cs typeface="Aldrich"/>
                <a:sym typeface="Aldrich"/>
              </a:defRPr>
            </a:lvl9pPr>
          </a:lstStyle>
          <a:p>
            <a:endParaRPr/>
          </a:p>
        </p:txBody>
      </p:sp>
      <p:sp>
        <p:nvSpPr>
          <p:cNvPr id="100" name="Google Shape;100;p13"/>
          <p:cNvSpPr txBox="1">
            <a:spLocks noGrp="1"/>
          </p:cNvSpPr>
          <p:nvPr>
            <p:ph type="subTitle" idx="14"/>
          </p:nvPr>
        </p:nvSpPr>
        <p:spPr>
          <a:xfrm>
            <a:off x="5719788" y="3549025"/>
            <a:ext cx="2582700" cy="5274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None/>
              <a:defRPr sz="1400"/>
            </a:lvl1pPr>
            <a:lvl2pPr lvl="1" rtl="0">
              <a:lnSpc>
                <a:spcPct val="100000"/>
              </a:lnSpc>
              <a:spcBef>
                <a:spcPts val="0"/>
              </a:spcBef>
              <a:spcAft>
                <a:spcPts val="0"/>
              </a:spcAft>
              <a:buNone/>
              <a:defRPr sz="1400"/>
            </a:lvl2pPr>
            <a:lvl3pPr lvl="2" rtl="0">
              <a:lnSpc>
                <a:spcPct val="100000"/>
              </a:lnSpc>
              <a:spcBef>
                <a:spcPts val="0"/>
              </a:spcBef>
              <a:spcAft>
                <a:spcPts val="0"/>
              </a:spcAft>
              <a:buNone/>
              <a:defRPr sz="1400"/>
            </a:lvl3pPr>
            <a:lvl4pPr lvl="3" rtl="0">
              <a:lnSpc>
                <a:spcPct val="100000"/>
              </a:lnSpc>
              <a:spcBef>
                <a:spcPts val="0"/>
              </a:spcBef>
              <a:spcAft>
                <a:spcPts val="0"/>
              </a:spcAft>
              <a:buNone/>
              <a:defRPr sz="1400"/>
            </a:lvl4pPr>
            <a:lvl5pPr lvl="4" rtl="0">
              <a:lnSpc>
                <a:spcPct val="100000"/>
              </a:lnSpc>
              <a:spcBef>
                <a:spcPts val="0"/>
              </a:spcBef>
              <a:spcAft>
                <a:spcPts val="0"/>
              </a:spcAft>
              <a:buNone/>
              <a:defRPr sz="1400"/>
            </a:lvl5pPr>
            <a:lvl6pPr lvl="5" rtl="0">
              <a:lnSpc>
                <a:spcPct val="100000"/>
              </a:lnSpc>
              <a:spcBef>
                <a:spcPts val="0"/>
              </a:spcBef>
              <a:spcAft>
                <a:spcPts val="0"/>
              </a:spcAft>
              <a:buNone/>
              <a:defRPr sz="1400"/>
            </a:lvl6pPr>
            <a:lvl7pPr lvl="6" rtl="0">
              <a:lnSpc>
                <a:spcPct val="100000"/>
              </a:lnSpc>
              <a:spcBef>
                <a:spcPts val="0"/>
              </a:spcBef>
              <a:spcAft>
                <a:spcPts val="0"/>
              </a:spcAft>
              <a:buNone/>
              <a:defRPr sz="1400"/>
            </a:lvl7pPr>
            <a:lvl8pPr lvl="7" rtl="0">
              <a:lnSpc>
                <a:spcPct val="100000"/>
              </a:lnSpc>
              <a:spcBef>
                <a:spcPts val="0"/>
              </a:spcBef>
              <a:spcAft>
                <a:spcPts val="0"/>
              </a:spcAft>
              <a:buNone/>
              <a:defRPr sz="1400"/>
            </a:lvl8pPr>
            <a:lvl9pPr lvl="8" rtl="0">
              <a:lnSpc>
                <a:spcPct val="100000"/>
              </a:lnSpc>
              <a:spcBef>
                <a:spcPts val="0"/>
              </a:spcBef>
              <a:spcAft>
                <a:spcPts val="0"/>
              </a:spcAft>
              <a:buNone/>
              <a:defRPr sz="1400"/>
            </a:lvl9pPr>
          </a:lstStyle>
          <a:p>
            <a:endParaRPr/>
          </a:p>
        </p:txBody>
      </p:sp>
      <p:sp>
        <p:nvSpPr>
          <p:cNvPr id="101" name="Google Shape;101;p13"/>
          <p:cNvSpPr txBox="1">
            <a:spLocks noGrp="1"/>
          </p:cNvSpPr>
          <p:nvPr>
            <p:ph type="title" idx="15"/>
          </p:nvPr>
        </p:nvSpPr>
        <p:spPr>
          <a:xfrm>
            <a:off x="713225" y="539500"/>
            <a:ext cx="7717500" cy="572700"/>
          </a:xfrm>
          <a:prstGeom prst="rect">
            <a:avLst/>
          </a:prstGeom>
        </p:spPr>
        <p:txBody>
          <a:bodyPr spcFirstLastPara="1" wrap="square" lIns="91425" tIns="91425" rIns="91425" bIns="91425" anchor="t" anchorCtr="0">
            <a:noAutofit/>
          </a:bodyPr>
          <a:lstStyle>
            <a:lvl1pPr lvl="0" algn="ctr" rtl="0">
              <a:spcBef>
                <a:spcPts val="0"/>
              </a:spcBef>
              <a:spcAft>
                <a:spcPts val="0"/>
              </a:spcAft>
              <a:buClr>
                <a:schemeClr val="dk1"/>
              </a:buClr>
              <a:buSzPts val="3500"/>
              <a:buFont typeface="Abhaya Libre"/>
              <a:buNone/>
              <a:defRPr/>
            </a:lvl1pPr>
            <a:lvl2pPr lvl="1" rtl="0">
              <a:spcBef>
                <a:spcPts val="0"/>
              </a:spcBef>
              <a:spcAft>
                <a:spcPts val="0"/>
              </a:spcAft>
              <a:buClr>
                <a:schemeClr val="dk1"/>
              </a:buClr>
              <a:buSzPts val="3500"/>
              <a:buFont typeface="Abhaya Libre"/>
              <a:buNone/>
              <a:defRPr sz="3500">
                <a:solidFill>
                  <a:schemeClr val="dk1"/>
                </a:solidFill>
                <a:latin typeface="Abhaya Libre"/>
                <a:ea typeface="Abhaya Libre"/>
                <a:cs typeface="Abhaya Libre"/>
                <a:sym typeface="Abhaya Libre"/>
              </a:defRPr>
            </a:lvl2pPr>
            <a:lvl3pPr lvl="2" rtl="0">
              <a:spcBef>
                <a:spcPts val="0"/>
              </a:spcBef>
              <a:spcAft>
                <a:spcPts val="0"/>
              </a:spcAft>
              <a:buClr>
                <a:schemeClr val="dk1"/>
              </a:buClr>
              <a:buSzPts val="3500"/>
              <a:buFont typeface="Abhaya Libre"/>
              <a:buNone/>
              <a:defRPr sz="3500">
                <a:solidFill>
                  <a:schemeClr val="dk1"/>
                </a:solidFill>
                <a:latin typeface="Abhaya Libre"/>
                <a:ea typeface="Abhaya Libre"/>
                <a:cs typeface="Abhaya Libre"/>
                <a:sym typeface="Abhaya Libre"/>
              </a:defRPr>
            </a:lvl3pPr>
            <a:lvl4pPr lvl="3" rtl="0">
              <a:spcBef>
                <a:spcPts val="0"/>
              </a:spcBef>
              <a:spcAft>
                <a:spcPts val="0"/>
              </a:spcAft>
              <a:buClr>
                <a:schemeClr val="dk1"/>
              </a:buClr>
              <a:buSzPts val="3500"/>
              <a:buFont typeface="Abhaya Libre"/>
              <a:buNone/>
              <a:defRPr sz="3500">
                <a:solidFill>
                  <a:schemeClr val="dk1"/>
                </a:solidFill>
                <a:latin typeface="Abhaya Libre"/>
                <a:ea typeface="Abhaya Libre"/>
                <a:cs typeface="Abhaya Libre"/>
                <a:sym typeface="Abhaya Libre"/>
              </a:defRPr>
            </a:lvl4pPr>
            <a:lvl5pPr lvl="4" rtl="0">
              <a:spcBef>
                <a:spcPts val="0"/>
              </a:spcBef>
              <a:spcAft>
                <a:spcPts val="0"/>
              </a:spcAft>
              <a:buClr>
                <a:schemeClr val="dk1"/>
              </a:buClr>
              <a:buSzPts val="3500"/>
              <a:buFont typeface="Abhaya Libre"/>
              <a:buNone/>
              <a:defRPr sz="3500">
                <a:solidFill>
                  <a:schemeClr val="dk1"/>
                </a:solidFill>
                <a:latin typeface="Abhaya Libre"/>
                <a:ea typeface="Abhaya Libre"/>
                <a:cs typeface="Abhaya Libre"/>
                <a:sym typeface="Abhaya Libre"/>
              </a:defRPr>
            </a:lvl5pPr>
            <a:lvl6pPr lvl="5" rtl="0">
              <a:spcBef>
                <a:spcPts val="0"/>
              </a:spcBef>
              <a:spcAft>
                <a:spcPts val="0"/>
              </a:spcAft>
              <a:buClr>
                <a:schemeClr val="dk1"/>
              </a:buClr>
              <a:buSzPts val="3500"/>
              <a:buFont typeface="Abhaya Libre"/>
              <a:buNone/>
              <a:defRPr sz="3500">
                <a:solidFill>
                  <a:schemeClr val="dk1"/>
                </a:solidFill>
                <a:latin typeface="Abhaya Libre"/>
                <a:ea typeface="Abhaya Libre"/>
                <a:cs typeface="Abhaya Libre"/>
                <a:sym typeface="Abhaya Libre"/>
              </a:defRPr>
            </a:lvl6pPr>
            <a:lvl7pPr lvl="6" rtl="0">
              <a:spcBef>
                <a:spcPts val="0"/>
              </a:spcBef>
              <a:spcAft>
                <a:spcPts val="0"/>
              </a:spcAft>
              <a:buClr>
                <a:schemeClr val="dk1"/>
              </a:buClr>
              <a:buSzPts val="3500"/>
              <a:buFont typeface="Abhaya Libre"/>
              <a:buNone/>
              <a:defRPr sz="3500">
                <a:solidFill>
                  <a:schemeClr val="dk1"/>
                </a:solidFill>
                <a:latin typeface="Abhaya Libre"/>
                <a:ea typeface="Abhaya Libre"/>
                <a:cs typeface="Abhaya Libre"/>
                <a:sym typeface="Abhaya Libre"/>
              </a:defRPr>
            </a:lvl7pPr>
            <a:lvl8pPr lvl="7" rtl="0">
              <a:spcBef>
                <a:spcPts val="0"/>
              </a:spcBef>
              <a:spcAft>
                <a:spcPts val="0"/>
              </a:spcAft>
              <a:buClr>
                <a:schemeClr val="dk1"/>
              </a:buClr>
              <a:buSzPts val="3500"/>
              <a:buFont typeface="Abhaya Libre"/>
              <a:buNone/>
              <a:defRPr sz="3500">
                <a:solidFill>
                  <a:schemeClr val="dk1"/>
                </a:solidFill>
                <a:latin typeface="Abhaya Libre"/>
                <a:ea typeface="Abhaya Libre"/>
                <a:cs typeface="Abhaya Libre"/>
                <a:sym typeface="Abhaya Libre"/>
              </a:defRPr>
            </a:lvl8pPr>
            <a:lvl9pPr lvl="8" rtl="0">
              <a:spcBef>
                <a:spcPts val="0"/>
              </a:spcBef>
              <a:spcAft>
                <a:spcPts val="0"/>
              </a:spcAft>
              <a:buClr>
                <a:schemeClr val="dk1"/>
              </a:buClr>
              <a:buSzPts val="3500"/>
              <a:buFont typeface="Abhaya Libre"/>
              <a:buNone/>
              <a:defRPr sz="3500">
                <a:solidFill>
                  <a:schemeClr val="dk1"/>
                </a:solidFill>
                <a:latin typeface="Abhaya Libre"/>
                <a:ea typeface="Abhaya Libre"/>
                <a:cs typeface="Abhaya Libre"/>
                <a:sym typeface="Abhaya Libre"/>
              </a:defRPr>
            </a:lvl9pPr>
          </a:lstStyle>
          <a:p>
            <a:endParaRPr/>
          </a:p>
        </p:txBody>
      </p:sp>
      <p:pic>
        <p:nvPicPr>
          <p:cNvPr id="102" name="Google Shape;102;p13"/>
          <p:cNvPicPr preferRelativeResize="0"/>
          <p:nvPr/>
        </p:nvPicPr>
        <p:blipFill>
          <a:blip r:embed="rId2">
            <a:alphaModFix/>
          </a:blip>
          <a:stretch>
            <a:fillRect/>
          </a:stretch>
        </p:blipFill>
        <p:spPr>
          <a:xfrm>
            <a:off x="-1" y="-361900"/>
            <a:ext cx="9144003" cy="6518663"/>
          </a:xfrm>
          <a:prstGeom prst="rect">
            <a:avLst/>
          </a:prstGeom>
          <a:noFill/>
          <a:ln>
            <a:noFill/>
          </a:ln>
        </p:spPr>
      </p:pic>
      <p:pic>
        <p:nvPicPr>
          <p:cNvPr id="103" name="Google Shape;103;p13"/>
          <p:cNvPicPr preferRelativeResize="0"/>
          <p:nvPr/>
        </p:nvPicPr>
        <p:blipFill>
          <a:blip r:embed="rId3">
            <a:alphaModFix/>
          </a:blip>
          <a:stretch>
            <a:fillRect/>
          </a:stretch>
        </p:blipFill>
        <p:spPr>
          <a:xfrm>
            <a:off x="-718178" y="-894625"/>
            <a:ext cx="2675651" cy="2713550"/>
          </a:xfrm>
          <a:prstGeom prst="rect">
            <a:avLst/>
          </a:prstGeom>
          <a:noFill/>
          <a:ln>
            <a:noFill/>
          </a:ln>
        </p:spPr>
      </p:pic>
      <p:pic>
        <p:nvPicPr>
          <p:cNvPr id="104" name="Google Shape;104;p13"/>
          <p:cNvPicPr preferRelativeResize="0"/>
          <p:nvPr/>
        </p:nvPicPr>
        <p:blipFill>
          <a:blip r:embed="rId4">
            <a:alphaModFix/>
          </a:blip>
          <a:stretch>
            <a:fillRect/>
          </a:stretch>
        </p:blipFill>
        <p:spPr>
          <a:xfrm rot="5400000">
            <a:off x="6899409" y="-33970"/>
            <a:ext cx="4916874" cy="3637250"/>
          </a:xfrm>
          <a:prstGeom prst="rect">
            <a:avLst/>
          </a:prstGeom>
          <a:noFill/>
          <a:ln>
            <a:noFill/>
          </a:ln>
        </p:spPr>
      </p:pic>
      <p:pic>
        <p:nvPicPr>
          <p:cNvPr id="105" name="Google Shape;105;p13"/>
          <p:cNvPicPr preferRelativeResize="0"/>
          <p:nvPr/>
        </p:nvPicPr>
        <p:blipFill>
          <a:blip r:embed="rId3">
            <a:alphaModFix/>
          </a:blip>
          <a:stretch>
            <a:fillRect/>
          </a:stretch>
        </p:blipFill>
        <p:spPr>
          <a:xfrm rot="10800000" flipH="1">
            <a:off x="-754803" y="3380725"/>
            <a:ext cx="2675651" cy="2713550"/>
          </a:xfrm>
          <a:prstGeom prst="rect">
            <a:avLst/>
          </a:prstGeom>
          <a:noFill/>
          <a:ln>
            <a:noFill/>
          </a:ln>
        </p:spPr>
      </p:pic>
      <p:pic>
        <p:nvPicPr>
          <p:cNvPr id="106" name="Google Shape;106;p13"/>
          <p:cNvPicPr preferRelativeResize="0"/>
          <p:nvPr/>
        </p:nvPicPr>
        <p:blipFill>
          <a:blip r:embed="rId4">
            <a:alphaModFix/>
          </a:blip>
          <a:stretch>
            <a:fillRect/>
          </a:stretch>
        </p:blipFill>
        <p:spPr>
          <a:xfrm rot="5400000" flipH="1">
            <a:off x="6899409" y="1994105"/>
            <a:ext cx="4916874" cy="3637250"/>
          </a:xfrm>
          <a:prstGeom prst="rect">
            <a:avLst/>
          </a:prstGeom>
          <a:noFill/>
          <a:ln>
            <a:noFill/>
          </a:ln>
        </p:spPr>
      </p:pic>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Section header 1">
  <p:cSld name="SECTION_HEADER_1">
    <p:spTree>
      <p:nvGrpSpPr>
        <p:cNvPr id="1" name="Shape 107"/>
        <p:cNvGrpSpPr/>
        <p:nvPr/>
      </p:nvGrpSpPr>
      <p:grpSpPr>
        <a:xfrm>
          <a:off x="0" y="0"/>
          <a:ext cx="0" cy="0"/>
          <a:chOff x="0" y="0"/>
          <a:chExt cx="0" cy="0"/>
        </a:xfrm>
      </p:grpSpPr>
      <p:pic>
        <p:nvPicPr>
          <p:cNvPr id="108" name="Google Shape;108;p14"/>
          <p:cNvPicPr preferRelativeResize="0"/>
          <p:nvPr/>
        </p:nvPicPr>
        <p:blipFill>
          <a:blip r:embed="rId2">
            <a:alphaModFix/>
          </a:blip>
          <a:stretch>
            <a:fillRect/>
          </a:stretch>
        </p:blipFill>
        <p:spPr>
          <a:xfrm>
            <a:off x="-1" y="-361900"/>
            <a:ext cx="9144003" cy="6518663"/>
          </a:xfrm>
          <a:prstGeom prst="rect">
            <a:avLst/>
          </a:prstGeom>
          <a:noFill/>
          <a:ln>
            <a:noFill/>
          </a:ln>
        </p:spPr>
      </p:pic>
      <p:sp>
        <p:nvSpPr>
          <p:cNvPr id="109" name="Google Shape;109;p14"/>
          <p:cNvSpPr txBox="1">
            <a:spLocks noGrp="1"/>
          </p:cNvSpPr>
          <p:nvPr>
            <p:ph type="title"/>
          </p:nvPr>
        </p:nvSpPr>
        <p:spPr>
          <a:xfrm>
            <a:off x="3688525" y="1568200"/>
            <a:ext cx="3762600" cy="1512000"/>
          </a:xfrm>
          <a:prstGeom prst="rect">
            <a:avLst/>
          </a:prstGeom>
        </p:spPr>
        <p:txBody>
          <a:bodyPr spcFirstLastPara="1" wrap="square" lIns="91425" tIns="91425" rIns="91425" bIns="91425" anchor="ctr" anchorCtr="0">
            <a:noAutofit/>
          </a:bodyPr>
          <a:lstStyle>
            <a:lvl1pPr lvl="0" rtl="0">
              <a:spcBef>
                <a:spcPts val="0"/>
              </a:spcBef>
              <a:spcAft>
                <a:spcPts val="0"/>
              </a:spcAft>
              <a:buSzPts val="7000"/>
              <a:buNone/>
              <a:defRPr sz="5000"/>
            </a:lvl1pPr>
            <a:lvl2pPr lvl="1" algn="ctr" rtl="0">
              <a:lnSpc>
                <a:spcPct val="100000"/>
              </a:lnSpc>
              <a:spcBef>
                <a:spcPts val="0"/>
              </a:spcBef>
              <a:spcAft>
                <a:spcPts val="0"/>
              </a:spcAft>
              <a:buSzPts val="5000"/>
              <a:buNone/>
              <a:defRPr sz="5000"/>
            </a:lvl2pPr>
            <a:lvl3pPr lvl="2" algn="ctr" rtl="0">
              <a:lnSpc>
                <a:spcPct val="100000"/>
              </a:lnSpc>
              <a:spcBef>
                <a:spcPts val="0"/>
              </a:spcBef>
              <a:spcAft>
                <a:spcPts val="0"/>
              </a:spcAft>
              <a:buSzPts val="5000"/>
              <a:buNone/>
              <a:defRPr sz="5000"/>
            </a:lvl3pPr>
            <a:lvl4pPr lvl="3" algn="ctr" rtl="0">
              <a:lnSpc>
                <a:spcPct val="100000"/>
              </a:lnSpc>
              <a:spcBef>
                <a:spcPts val="0"/>
              </a:spcBef>
              <a:spcAft>
                <a:spcPts val="0"/>
              </a:spcAft>
              <a:buSzPts val="5000"/>
              <a:buNone/>
              <a:defRPr sz="5000"/>
            </a:lvl4pPr>
            <a:lvl5pPr lvl="4" algn="ctr" rtl="0">
              <a:lnSpc>
                <a:spcPct val="100000"/>
              </a:lnSpc>
              <a:spcBef>
                <a:spcPts val="0"/>
              </a:spcBef>
              <a:spcAft>
                <a:spcPts val="0"/>
              </a:spcAft>
              <a:buSzPts val="5000"/>
              <a:buNone/>
              <a:defRPr sz="5000"/>
            </a:lvl5pPr>
            <a:lvl6pPr lvl="5" algn="ctr" rtl="0">
              <a:lnSpc>
                <a:spcPct val="100000"/>
              </a:lnSpc>
              <a:spcBef>
                <a:spcPts val="0"/>
              </a:spcBef>
              <a:spcAft>
                <a:spcPts val="0"/>
              </a:spcAft>
              <a:buSzPts val="5000"/>
              <a:buNone/>
              <a:defRPr sz="5000"/>
            </a:lvl6pPr>
            <a:lvl7pPr lvl="6" algn="ctr" rtl="0">
              <a:lnSpc>
                <a:spcPct val="100000"/>
              </a:lnSpc>
              <a:spcBef>
                <a:spcPts val="0"/>
              </a:spcBef>
              <a:spcAft>
                <a:spcPts val="0"/>
              </a:spcAft>
              <a:buSzPts val="5000"/>
              <a:buNone/>
              <a:defRPr sz="5000"/>
            </a:lvl7pPr>
            <a:lvl8pPr lvl="7" algn="ctr" rtl="0">
              <a:lnSpc>
                <a:spcPct val="100000"/>
              </a:lnSpc>
              <a:spcBef>
                <a:spcPts val="0"/>
              </a:spcBef>
              <a:spcAft>
                <a:spcPts val="0"/>
              </a:spcAft>
              <a:buSzPts val="5000"/>
              <a:buNone/>
              <a:defRPr sz="5000"/>
            </a:lvl8pPr>
            <a:lvl9pPr lvl="8" algn="ctr" rtl="0">
              <a:lnSpc>
                <a:spcPct val="100000"/>
              </a:lnSpc>
              <a:spcBef>
                <a:spcPts val="0"/>
              </a:spcBef>
              <a:spcAft>
                <a:spcPts val="0"/>
              </a:spcAft>
              <a:buSzPts val="5000"/>
              <a:buNone/>
              <a:defRPr sz="5000"/>
            </a:lvl9pPr>
          </a:lstStyle>
          <a:p>
            <a:endParaRPr/>
          </a:p>
        </p:txBody>
      </p:sp>
      <p:sp>
        <p:nvSpPr>
          <p:cNvPr id="110" name="Google Shape;110;p14"/>
          <p:cNvSpPr txBox="1">
            <a:spLocks noGrp="1"/>
          </p:cNvSpPr>
          <p:nvPr>
            <p:ph type="title" idx="2" hasCustomPrompt="1"/>
          </p:nvPr>
        </p:nvSpPr>
        <p:spPr>
          <a:xfrm>
            <a:off x="1542675" y="1537475"/>
            <a:ext cx="2092200" cy="1719600"/>
          </a:xfrm>
          <a:prstGeom prst="rect">
            <a:avLst/>
          </a:prstGeom>
        </p:spPr>
        <p:txBody>
          <a:bodyPr spcFirstLastPara="1" wrap="square" lIns="91425" tIns="91425" rIns="91425" bIns="91425" anchor="ctr" anchorCtr="0">
            <a:noAutofit/>
          </a:bodyPr>
          <a:lstStyle>
            <a:lvl1pPr lvl="0" rtl="0">
              <a:lnSpc>
                <a:spcPct val="100000"/>
              </a:lnSpc>
              <a:spcBef>
                <a:spcPts val="0"/>
              </a:spcBef>
              <a:spcAft>
                <a:spcPts val="0"/>
              </a:spcAft>
              <a:buSzPts val="5000"/>
              <a:buNone/>
              <a:defRPr sz="10000">
                <a:solidFill>
                  <a:schemeClr val="dk1"/>
                </a:solidFill>
              </a:defRPr>
            </a:lvl1pPr>
            <a:lvl2pPr lvl="1" algn="ctr" rtl="0">
              <a:lnSpc>
                <a:spcPct val="100000"/>
              </a:lnSpc>
              <a:spcBef>
                <a:spcPts val="0"/>
              </a:spcBef>
              <a:spcAft>
                <a:spcPts val="0"/>
              </a:spcAft>
              <a:buSzPts val="5000"/>
              <a:buNone/>
              <a:defRPr sz="5000"/>
            </a:lvl2pPr>
            <a:lvl3pPr lvl="2" algn="ctr" rtl="0">
              <a:lnSpc>
                <a:spcPct val="100000"/>
              </a:lnSpc>
              <a:spcBef>
                <a:spcPts val="0"/>
              </a:spcBef>
              <a:spcAft>
                <a:spcPts val="0"/>
              </a:spcAft>
              <a:buSzPts val="5000"/>
              <a:buNone/>
              <a:defRPr sz="5000"/>
            </a:lvl3pPr>
            <a:lvl4pPr lvl="3" algn="ctr" rtl="0">
              <a:lnSpc>
                <a:spcPct val="100000"/>
              </a:lnSpc>
              <a:spcBef>
                <a:spcPts val="0"/>
              </a:spcBef>
              <a:spcAft>
                <a:spcPts val="0"/>
              </a:spcAft>
              <a:buSzPts val="5000"/>
              <a:buNone/>
              <a:defRPr sz="5000"/>
            </a:lvl4pPr>
            <a:lvl5pPr lvl="4" algn="ctr" rtl="0">
              <a:lnSpc>
                <a:spcPct val="100000"/>
              </a:lnSpc>
              <a:spcBef>
                <a:spcPts val="0"/>
              </a:spcBef>
              <a:spcAft>
                <a:spcPts val="0"/>
              </a:spcAft>
              <a:buSzPts val="5000"/>
              <a:buNone/>
              <a:defRPr sz="5000"/>
            </a:lvl5pPr>
            <a:lvl6pPr lvl="5" algn="ctr" rtl="0">
              <a:lnSpc>
                <a:spcPct val="100000"/>
              </a:lnSpc>
              <a:spcBef>
                <a:spcPts val="0"/>
              </a:spcBef>
              <a:spcAft>
                <a:spcPts val="0"/>
              </a:spcAft>
              <a:buSzPts val="5000"/>
              <a:buNone/>
              <a:defRPr sz="5000"/>
            </a:lvl6pPr>
            <a:lvl7pPr lvl="6" algn="ctr" rtl="0">
              <a:lnSpc>
                <a:spcPct val="100000"/>
              </a:lnSpc>
              <a:spcBef>
                <a:spcPts val="0"/>
              </a:spcBef>
              <a:spcAft>
                <a:spcPts val="0"/>
              </a:spcAft>
              <a:buSzPts val="5000"/>
              <a:buNone/>
              <a:defRPr sz="5000"/>
            </a:lvl7pPr>
            <a:lvl8pPr lvl="7" algn="ctr" rtl="0">
              <a:lnSpc>
                <a:spcPct val="100000"/>
              </a:lnSpc>
              <a:spcBef>
                <a:spcPts val="0"/>
              </a:spcBef>
              <a:spcAft>
                <a:spcPts val="0"/>
              </a:spcAft>
              <a:buSzPts val="5000"/>
              <a:buNone/>
              <a:defRPr sz="5000"/>
            </a:lvl8pPr>
            <a:lvl9pPr lvl="8" algn="ctr" rtl="0">
              <a:lnSpc>
                <a:spcPct val="100000"/>
              </a:lnSpc>
              <a:spcBef>
                <a:spcPts val="0"/>
              </a:spcBef>
              <a:spcAft>
                <a:spcPts val="0"/>
              </a:spcAft>
              <a:buSzPts val="5000"/>
              <a:buNone/>
              <a:defRPr sz="5000"/>
            </a:lvl9pPr>
          </a:lstStyle>
          <a:p>
            <a:r>
              <a:t>xx%</a:t>
            </a:r>
          </a:p>
        </p:txBody>
      </p:sp>
      <p:sp>
        <p:nvSpPr>
          <p:cNvPr id="111" name="Google Shape;111;p14"/>
          <p:cNvSpPr txBox="1">
            <a:spLocks noGrp="1"/>
          </p:cNvSpPr>
          <p:nvPr>
            <p:ph type="subTitle" idx="1"/>
          </p:nvPr>
        </p:nvSpPr>
        <p:spPr>
          <a:xfrm>
            <a:off x="3688525" y="3107575"/>
            <a:ext cx="3762600" cy="699900"/>
          </a:xfrm>
          <a:prstGeom prst="rect">
            <a:avLst/>
          </a:prstGeom>
        </p:spPr>
        <p:txBody>
          <a:bodyPr spcFirstLastPara="1" wrap="square" lIns="91425" tIns="91425" rIns="91425" bIns="91425" anchor="b" anchorCtr="0">
            <a:noAutofit/>
          </a:bodyPr>
          <a:lstStyle>
            <a:lvl1pPr lvl="0" rtl="0">
              <a:lnSpc>
                <a:spcPct val="100000"/>
              </a:lnSpc>
              <a:spcBef>
                <a:spcPts val="0"/>
              </a:spcBef>
              <a:spcAft>
                <a:spcPts val="0"/>
              </a:spcAft>
              <a:buNone/>
              <a:defRPr sz="1600"/>
            </a:lvl1pPr>
            <a:lvl2pPr lvl="1" rtl="0">
              <a:lnSpc>
                <a:spcPct val="100000"/>
              </a:lnSpc>
              <a:spcBef>
                <a:spcPts val="0"/>
              </a:spcBef>
              <a:spcAft>
                <a:spcPts val="0"/>
              </a:spcAft>
              <a:buNone/>
              <a:defRPr sz="1600"/>
            </a:lvl2pPr>
            <a:lvl3pPr lvl="2" rtl="0">
              <a:lnSpc>
                <a:spcPct val="100000"/>
              </a:lnSpc>
              <a:spcBef>
                <a:spcPts val="0"/>
              </a:spcBef>
              <a:spcAft>
                <a:spcPts val="0"/>
              </a:spcAft>
              <a:buNone/>
              <a:defRPr sz="1600"/>
            </a:lvl3pPr>
            <a:lvl4pPr lvl="3" rtl="0">
              <a:lnSpc>
                <a:spcPct val="100000"/>
              </a:lnSpc>
              <a:spcBef>
                <a:spcPts val="0"/>
              </a:spcBef>
              <a:spcAft>
                <a:spcPts val="0"/>
              </a:spcAft>
              <a:buNone/>
              <a:defRPr sz="1600"/>
            </a:lvl4pPr>
            <a:lvl5pPr lvl="4" rtl="0">
              <a:lnSpc>
                <a:spcPct val="100000"/>
              </a:lnSpc>
              <a:spcBef>
                <a:spcPts val="0"/>
              </a:spcBef>
              <a:spcAft>
                <a:spcPts val="0"/>
              </a:spcAft>
              <a:buNone/>
              <a:defRPr sz="1600"/>
            </a:lvl5pPr>
            <a:lvl6pPr lvl="5" rtl="0">
              <a:lnSpc>
                <a:spcPct val="100000"/>
              </a:lnSpc>
              <a:spcBef>
                <a:spcPts val="0"/>
              </a:spcBef>
              <a:spcAft>
                <a:spcPts val="0"/>
              </a:spcAft>
              <a:buNone/>
              <a:defRPr sz="1600"/>
            </a:lvl6pPr>
            <a:lvl7pPr lvl="6" rtl="0">
              <a:lnSpc>
                <a:spcPct val="100000"/>
              </a:lnSpc>
              <a:spcBef>
                <a:spcPts val="0"/>
              </a:spcBef>
              <a:spcAft>
                <a:spcPts val="0"/>
              </a:spcAft>
              <a:buNone/>
              <a:defRPr sz="1600"/>
            </a:lvl7pPr>
            <a:lvl8pPr lvl="7" rtl="0">
              <a:lnSpc>
                <a:spcPct val="100000"/>
              </a:lnSpc>
              <a:spcBef>
                <a:spcPts val="0"/>
              </a:spcBef>
              <a:spcAft>
                <a:spcPts val="0"/>
              </a:spcAft>
              <a:buNone/>
              <a:defRPr sz="1600"/>
            </a:lvl8pPr>
            <a:lvl9pPr lvl="8" rtl="0">
              <a:lnSpc>
                <a:spcPct val="100000"/>
              </a:lnSpc>
              <a:spcBef>
                <a:spcPts val="0"/>
              </a:spcBef>
              <a:spcAft>
                <a:spcPts val="0"/>
              </a:spcAft>
              <a:buNone/>
              <a:defRPr sz="1600"/>
            </a:lvl9pPr>
          </a:lstStyle>
          <a:p>
            <a:endParaRPr/>
          </a:p>
        </p:txBody>
      </p:sp>
      <p:pic>
        <p:nvPicPr>
          <p:cNvPr id="112" name="Google Shape;112;p14"/>
          <p:cNvPicPr preferRelativeResize="0"/>
          <p:nvPr/>
        </p:nvPicPr>
        <p:blipFill>
          <a:blip r:embed="rId3">
            <a:alphaModFix/>
          </a:blip>
          <a:stretch>
            <a:fillRect/>
          </a:stretch>
        </p:blipFill>
        <p:spPr>
          <a:xfrm flipH="1">
            <a:off x="7473595" y="-894625"/>
            <a:ext cx="2675651" cy="2713550"/>
          </a:xfrm>
          <a:prstGeom prst="rect">
            <a:avLst/>
          </a:prstGeom>
          <a:noFill/>
          <a:ln>
            <a:noFill/>
          </a:ln>
        </p:spPr>
      </p:pic>
      <p:pic>
        <p:nvPicPr>
          <p:cNvPr id="113" name="Google Shape;113;p14"/>
          <p:cNvPicPr preferRelativeResize="0"/>
          <p:nvPr/>
        </p:nvPicPr>
        <p:blipFill>
          <a:blip r:embed="rId4">
            <a:alphaModFix/>
          </a:blip>
          <a:stretch>
            <a:fillRect/>
          </a:stretch>
        </p:blipFill>
        <p:spPr>
          <a:xfrm rot="-5400000" flipH="1">
            <a:off x="-2385215" y="-260920"/>
            <a:ext cx="4916874" cy="3637250"/>
          </a:xfrm>
          <a:prstGeom prst="rect">
            <a:avLst/>
          </a:prstGeom>
          <a:noFill/>
          <a:ln>
            <a:noFill/>
          </a:ln>
        </p:spPr>
      </p:pic>
      <p:pic>
        <p:nvPicPr>
          <p:cNvPr id="114" name="Google Shape;114;p14"/>
          <p:cNvPicPr preferRelativeResize="0"/>
          <p:nvPr/>
        </p:nvPicPr>
        <p:blipFill>
          <a:blip r:embed="rId4">
            <a:alphaModFix/>
          </a:blip>
          <a:stretch>
            <a:fillRect/>
          </a:stretch>
        </p:blipFill>
        <p:spPr>
          <a:xfrm rot="-5400000">
            <a:off x="-2385215" y="1767155"/>
            <a:ext cx="4916874" cy="3637250"/>
          </a:xfrm>
          <a:prstGeom prst="rect">
            <a:avLst/>
          </a:prstGeom>
          <a:noFill/>
          <a:ln>
            <a:noFill/>
          </a:ln>
        </p:spPr>
      </p:pic>
      <p:pic>
        <p:nvPicPr>
          <p:cNvPr id="115" name="Google Shape;115;p14"/>
          <p:cNvPicPr preferRelativeResize="0"/>
          <p:nvPr/>
        </p:nvPicPr>
        <p:blipFill>
          <a:blip r:embed="rId3">
            <a:alphaModFix/>
          </a:blip>
          <a:stretch>
            <a:fillRect/>
          </a:stretch>
        </p:blipFill>
        <p:spPr>
          <a:xfrm rot="10800000">
            <a:off x="7510220" y="3380725"/>
            <a:ext cx="2675651" cy="2713550"/>
          </a:xfrm>
          <a:prstGeom prst="rect">
            <a:avLst/>
          </a:prstGeom>
          <a:noFill/>
          <a:ln>
            <a:noFill/>
          </a:ln>
        </p:spPr>
      </p:pic>
      <p:grpSp>
        <p:nvGrpSpPr>
          <p:cNvPr id="116" name="Google Shape;116;p14"/>
          <p:cNvGrpSpPr/>
          <p:nvPr/>
        </p:nvGrpSpPr>
        <p:grpSpPr>
          <a:xfrm rot="5400000">
            <a:off x="5377120" y="-599100"/>
            <a:ext cx="786600" cy="2666275"/>
            <a:chOff x="8357395" y="2343975"/>
            <a:chExt cx="786600" cy="2666275"/>
          </a:xfrm>
        </p:grpSpPr>
        <p:sp>
          <p:nvSpPr>
            <p:cNvPr id="117" name="Google Shape;117;p14"/>
            <p:cNvSpPr/>
            <p:nvPr/>
          </p:nvSpPr>
          <p:spPr>
            <a:xfrm>
              <a:off x="8357395" y="2343975"/>
              <a:ext cx="786600" cy="786900"/>
            </a:xfrm>
            <a:prstGeom prst="mathMultiply">
              <a:avLst>
                <a:gd name="adj1" fmla="val 23520"/>
              </a:avLst>
            </a:prstGeom>
            <a:no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8" name="Google Shape;118;p14"/>
            <p:cNvSpPr/>
            <p:nvPr/>
          </p:nvSpPr>
          <p:spPr>
            <a:xfrm>
              <a:off x="8357395" y="2970433"/>
              <a:ext cx="786600" cy="786900"/>
            </a:xfrm>
            <a:prstGeom prst="mathMultiply">
              <a:avLst>
                <a:gd name="adj1" fmla="val 23520"/>
              </a:avLst>
            </a:prstGeom>
            <a:no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9" name="Google Shape;119;p14"/>
            <p:cNvSpPr/>
            <p:nvPr/>
          </p:nvSpPr>
          <p:spPr>
            <a:xfrm>
              <a:off x="8357395" y="3596892"/>
              <a:ext cx="786600" cy="786900"/>
            </a:xfrm>
            <a:prstGeom prst="mathMultiply">
              <a:avLst>
                <a:gd name="adj1" fmla="val 23520"/>
              </a:avLst>
            </a:prstGeom>
            <a:no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0" name="Google Shape;120;p14"/>
            <p:cNvSpPr/>
            <p:nvPr/>
          </p:nvSpPr>
          <p:spPr>
            <a:xfrm>
              <a:off x="8357395" y="4223350"/>
              <a:ext cx="786600" cy="786900"/>
            </a:xfrm>
            <a:prstGeom prst="mathMultiply">
              <a:avLst>
                <a:gd name="adj1" fmla="val 23520"/>
              </a:avLst>
            </a:prstGeom>
            <a:no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Section header 2">
  <p:cSld name="SECTION_HEADER_2">
    <p:spTree>
      <p:nvGrpSpPr>
        <p:cNvPr id="1" name="Shape 121"/>
        <p:cNvGrpSpPr/>
        <p:nvPr/>
      </p:nvGrpSpPr>
      <p:grpSpPr>
        <a:xfrm>
          <a:off x="0" y="0"/>
          <a:ext cx="0" cy="0"/>
          <a:chOff x="0" y="0"/>
          <a:chExt cx="0" cy="0"/>
        </a:xfrm>
      </p:grpSpPr>
      <p:pic>
        <p:nvPicPr>
          <p:cNvPr id="122" name="Google Shape;122;p15"/>
          <p:cNvPicPr preferRelativeResize="0"/>
          <p:nvPr/>
        </p:nvPicPr>
        <p:blipFill>
          <a:blip r:embed="rId2">
            <a:alphaModFix/>
          </a:blip>
          <a:stretch>
            <a:fillRect/>
          </a:stretch>
        </p:blipFill>
        <p:spPr>
          <a:xfrm>
            <a:off x="-1" y="-361900"/>
            <a:ext cx="9144003" cy="6518663"/>
          </a:xfrm>
          <a:prstGeom prst="rect">
            <a:avLst/>
          </a:prstGeom>
          <a:noFill/>
          <a:ln>
            <a:noFill/>
          </a:ln>
        </p:spPr>
      </p:pic>
      <p:sp>
        <p:nvSpPr>
          <p:cNvPr id="123" name="Google Shape;123;p15"/>
          <p:cNvSpPr txBox="1">
            <a:spLocks noGrp="1"/>
          </p:cNvSpPr>
          <p:nvPr>
            <p:ph type="title"/>
          </p:nvPr>
        </p:nvSpPr>
        <p:spPr>
          <a:xfrm>
            <a:off x="1151550" y="1452113"/>
            <a:ext cx="4839300" cy="1512000"/>
          </a:xfrm>
          <a:prstGeom prst="rect">
            <a:avLst/>
          </a:prstGeom>
        </p:spPr>
        <p:txBody>
          <a:bodyPr spcFirstLastPara="1" wrap="square" lIns="91425" tIns="91425" rIns="91425" bIns="91425" anchor="ctr" anchorCtr="0">
            <a:noAutofit/>
          </a:bodyPr>
          <a:lstStyle>
            <a:lvl1pPr lvl="0" algn="r" rtl="0">
              <a:spcBef>
                <a:spcPts val="0"/>
              </a:spcBef>
              <a:spcAft>
                <a:spcPts val="0"/>
              </a:spcAft>
              <a:buSzPts val="7000"/>
              <a:buNone/>
              <a:defRPr sz="5000"/>
            </a:lvl1pPr>
            <a:lvl2pPr lvl="1" algn="ctr" rtl="0">
              <a:lnSpc>
                <a:spcPct val="100000"/>
              </a:lnSpc>
              <a:spcBef>
                <a:spcPts val="0"/>
              </a:spcBef>
              <a:spcAft>
                <a:spcPts val="0"/>
              </a:spcAft>
              <a:buSzPts val="5000"/>
              <a:buNone/>
              <a:defRPr sz="5000"/>
            </a:lvl2pPr>
            <a:lvl3pPr lvl="2" algn="ctr" rtl="0">
              <a:lnSpc>
                <a:spcPct val="100000"/>
              </a:lnSpc>
              <a:spcBef>
                <a:spcPts val="0"/>
              </a:spcBef>
              <a:spcAft>
                <a:spcPts val="0"/>
              </a:spcAft>
              <a:buSzPts val="5000"/>
              <a:buNone/>
              <a:defRPr sz="5000"/>
            </a:lvl3pPr>
            <a:lvl4pPr lvl="3" algn="ctr" rtl="0">
              <a:lnSpc>
                <a:spcPct val="100000"/>
              </a:lnSpc>
              <a:spcBef>
                <a:spcPts val="0"/>
              </a:spcBef>
              <a:spcAft>
                <a:spcPts val="0"/>
              </a:spcAft>
              <a:buSzPts val="5000"/>
              <a:buNone/>
              <a:defRPr sz="5000"/>
            </a:lvl4pPr>
            <a:lvl5pPr lvl="4" algn="ctr" rtl="0">
              <a:lnSpc>
                <a:spcPct val="100000"/>
              </a:lnSpc>
              <a:spcBef>
                <a:spcPts val="0"/>
              </a:spcBef>
              <a:spcAft>
                <a:spcPts val="0"/>
              </a:spcAft>
              <a:buSzPts val="5000"/>
              <a:buNone/>
              <a:defRPr sz="5000"/>
            </a:lvl5pPr>
            <a:lvl6pPr lvl="5" algn="ctr" rtl="0">
              <a:lnSpc>
                <a:spcPct val="100000"/>
              </a:lnSpc>
              <a:spcBef>
                <a:spcPts val="0"/>
              </a:spcBef>
              <a:spcAft>
                <a:spcPts val="0"/>
              </a:spcAft>
              <a:buSzPts val="5000"/>
              <a:buNone/>
              <a:defRPr sz="5000"/>
            </a:lvl6pPr>
            <a:lvl7pPr lvl="6" algn="ctr" rtl="0">
              <a:lnSpc>
                <a:spcPct val="100000"/>
              </a:lnSpc>
              <a:spcBef>
                <a:spcPts val="0"/>
              </a:spcBef>
              <a:spcAft>
                <a:spcPts val="0"/>
              </a:spcAft>
              <a:buSzPts val="5000"/>
              <a:buNone/>
              <a:defRPr sz="5000"/>
            </a:lvl7pPr>
            <a:lvl8pPr lvl="7" algn="ctr" rtl="0">
              <a:lnSpc>
                <a:spcPct val="100000"/>
              </a:lnSpc>
              <a:spcBef>
                <a:spcPts val="0"/>
              </a:spcBef>
              <a:spcAft>
                <a:spcPts val="0"/>
              </a:spcAft>
              <a:buSzPts val="5000"/>
              <a:buNone/>
              <a:defRPr sz="5000"/>
            </a:lvl8pPr>
            <a:lvl9pPr lvl="8" algn="ctr" rtl="0">
              <a:lnSpc>
                <a:spcPct val="100000"/>
              </a:lnSpc>
              <a:spcBef>
                <a:spcPts val="0"/>
              </a:spcBef>
              <a:spcAft>
                <a:spcPts val="0"/>
              </a:spcAft>
              <a:buSzPts val="5000"/>
              <a:buNone/>
              <a:defRPr sz="5000"/>
            </a:lvl9pPr>
          </a:lstStyle>
          <a:p>
            <a:endParaRPr/>
          </a:p>
        </p:txBody>
      </p:sp>
      <p:sp>
        <p:nvSpPr>
          <p:cNvPr id="124" name="Google Shape;124;p15"/>
          <p:cNvSpPr txBox="1">
            <a:spLocks noGrp="1"/>
          </p:cNvSpPr>
          <p:nvPr>
            <p:ph type="title" idx="2" hasCustomPrompt="1"/>
          </p:nvPr>
        </p:nvSpPr>
        <p:spPr>
          <a:xfrm>
            <a:off x="6050550" y="1452125"/>
            <a:ext cx="2055300" cy="1719600"/>
          </a:xfrm>
          <a:prstGeom prst="rect">
            <a:avLst/>
          </a:prstGeom>
        </p:spPr>
        <p:txBody>
          <a:bodyPr spcFirstLastPara="1" wrap="square" lIns="91425" tIns="91425" rIns="91425" bIns="91425" anchor="ctr" anchorCtr="0">
            <a:noAutofit/>
          </a:bodyPr>
          <a:lstStyle>
            <a:lvl1pPr lvl="0" rtl="0">
              <a:lnSpc>
                <a:spcPct val="100000"/>
              </a:lnSpc>
              <a:spcBef>
                <a:spcPts val="0"/>
              </a:spcBef>
              <a:spcAft>
                <a:spcPts val="0"/>
              </a:spcAft>
              <a:buSzPts val="5000"/>
              <a:buNone/>
              <a:defRPr sz="10000">
                <a:solidFill>
                  <a:schemeClr val="dk1"/>
                </a:solidFill>
              </a:defRPr>
            </a:lvl1pPr>
            <a:lvl2pPr lvl="1" algn="ctr" rtl="0">
              <a:lnSpc>
                <a:spcPct val="100000"/>
              </a:lnSpc>
              <a:spcBef>
                <a:spcPts val="0"/>
              </a:spcBef>
              <a:spcAft>
                <a:spcPts val="0"/>
              </a:spcAft>
              <a:buSzPts val="5000"/>
              <a:buNone/>
              <a:defRPr sz="5000"/>
            </a:lvl2pPr>
            <a:lvl3pPr lvl="2" algn="ctr" rtl="0">
              <a:lnSpc>
                <a:spcPct val="100000"/>
              </a:lnSpc>
              <a:spcBef>
                <a:spcPts val="0"/>
              </a:spcBef>
              <a:spcAft>
                <a:spcPts val="0"/>
              </a:spcAft>
              <a:buSzPts val="5000"/>
              <a:buNone/>
              <a:defRPr sz="5000"/>
            </a:lvl3pPr>
            <a:lvl4pPr lvl="3" algn="ctr" rtl="0">
              <a:lnSpc>
                <a:spcPct val="100000"/>
              </a:lnSpc>
              <a:spcBef>
                <a:spcPts val="0"/>
              </a:spcBef>
              <a:spcAft>
                <a:spcPts val="0"/>
              </a:spcAft>
              <a:buSzPts val="5000"/>
              <a:buNone/>
              <a:defRPr sz="5000"/>
            </a:lvl4pPr>
            <a:lvl5pPr lvl="4" algn="ctr" rtl="0">
              <a:lnSpc>
                <a:spcPct val="100000"/>
              </a:lnSpc>
              <a:spcBef>
                <a:spcPts val="0"/>
              </a:spcBef>
              <a:spcAft>
                <a:spcPts val="0"/>
              </a:spcAft>
              <a:buSzPts val="5000"/>
              <a:buNone/>
              <a:defRPr sz="5000"/>
            </a:lvl5pPr>
            <a:lvl6pPr lvl="5" algn="ctr" rtl="0">
              <a:lnSpc>
                <a:spcPct val="100000"/>
              </a:lnSpc>
              <a:spcBef>
                <a:spcPts val="0"/>
              </a:spcBef>
              <a:spcAft>
                <a:spcPts val="0"/>
              </a:spcAft>
              <a:buSzPts val="5000"/>
              <a:buNone/>
              <a:defRPr sz="5000"/>
            </a:lvl6pPr>
            <a:lvl7pPr lvl="6" algn="ctr" rtl="0">
              <a:lnSpc>
                <a:spcPct val="100000"/>
              </a:lnSpc>
              <a:spcBef>
                <a:spcPts val="0"/>
              </a:spcBef>
              <a:spcAft>
                <a:spcPts val="0"/>
              </a:spcAft>
              <a:buSzPts val="5000"/>
              <a:buNone/>
              <a:defRPr sz="5000"/>
            </a:lvl7pPr>
            <a:lvl8pPr lvl="7" algn="ctr" rtl="0">
              <a:lnSpc>
                <a:spcPct val="100000"/>
              </a:lnSpc>
              <a:spcBef>
                <a:spcPts val="0"/>
              </a:spcBef>
              <a:spcAft>
                <a:spcPts val="0"/>
              </a:spcAft>
              <a:buSzPts val="5000"/>
              <a:buNone/>
              <a:defRPr sz="5000"/>
            </a:lvl8pPr>
            <a:lvl9pPr lvl="8" algn="ctr" rtl="0">
              <a:lnSpc>
                <a:spcPct val="100000"/>
              </a:lnSpc>
              <a:spcBef>
                <a:spcPts val="0"/>
              </a:spcBef>
              <a:spcAft>
                <a:spcPts val="0"/>
              </a:spcAft>
              <a:buSzPts val="5000"/>
              <a:buNone/>
              <a:defRPr sz="5000"/>
            </a:lvl9pPr>
          </a:lstStyle>
          <a:p>
            <a:r>
              <a:t>xx%</a:t>
            </a:r>
          </a:p>
        </p:txBody>
      </p:sp>
      <p:sp>
        <p:nvSpPr>
          <p:cNvPr id="125" name="Google Shape;125;p15"/>
          <p:cNvSpPr txBox="1">
            <a:spLocks noGrp="1"/>
          </p:cNvSpPr>
          <p:nvPr>
            <p:ph type="subTitle" idx="1"/>
          </p:nvPr>
        </p:nvSpPr>
        <p:spPr>
          <a:xfrm>
            <a:off x="1151550" y="2937650"/>
            <a:ext cx="4839300" cy="420900"/>
          </a:xfrm>
          <a:prstGeom prst="rect">
            <a:avLst/>
          </a:prstGeom>
        </p:spPr>
        <p:txBody>
          <a:bodyPr spcFirstLastPara="1" wrap="square" lIns="91425" tIns="91425" rIns="91425" bIns="91425" anchor="b" anchorCtr="0">
            <a:noAutofit/>
          </a:bodyPr>
          <a:lstStyle>
            <a:lvl1pPr lvl="0" algn="r" rtl="0">
              <a:lnSpc>
                <a:spcPct val="100000"/>
              </a:lnSpc>
              <a:spcBef>
                <a:spcPts val="0"/>
              </a:spcBef>
              <a:spcAft>
                <a:spcPts val="0"/>
              </a:spcAft>
              <a:buNone/>
              <a:defRPr sz="1600"/>
            </a:lvl1pPr>
            <a:lvl2pPr lvl="1" algn="r" rtl="0">
              <a:lnSpc>
                <a:spcPct val="100000"/>
              </a:lnSpc>
              <a:spcBef>
                <a:spcPts val="0"/>
              </a:spcBef>
              <a:spcAft>
                <a:spcPts val="0"/>
              </a:spcAft>
              <a:buNone/>
              <a:defRPr sz="1600"/>
            </a:lvl2pPr>
            <a:lvl3pPr lvl="2" algn="r" rtl="0">
              <a:lnSpc>
                <a:spcPct val="100000"/>
              </a:lnSpc>
              <a:spcBef>
                <a:spcPts val="0"/>
              </a:spcBef>
              <a:spcAft>
                <a:spcPts val="0"/>
              </a:spcAft>
              <a:buNone/>
              <a:defRPr sz="1600"/>
            </a:lvl3pPr>
            <a:lvl4pPr lvl="3" algn="r" rtl="0">
              <a:lnSpc>
                <a:spcPct val="100000"/>
              </a:lnSpc>
              <a:spcBef>
                <a:spcPts val="0"/>
              </a:spcBef>
              <a:spcAft>
                <a:spcPts val="0"/>
              </a:spcAft>
              <a:buNone/>
              <a:defRPr sz="1600"/>
            </a:lvl4pPr>
            <a:lvl5pPr lvl="4" algn="r" rtl="0">
              <a:lnSpc>
                <a:spcPct val="100000"/>
              </a:lnSpc>
              <a:spcBef>
                <a:spcPts val="0"/>
              </a:spcBef>
              <a:spcAft>
                <a:spcPts val="0"/>
              </a:spcAft>
              <a:buNone/>
              <a:defRPr sz="1600"/>
            </a:lvl5pPr>
            <a:lvl6pPr lvl="5" algn="r" rtl="0">
              <a:lnSpc>
                <a:spcPct val="100000"/>
              </a:lnSpc>
              <a:spcBef>
                <a:spcPts val="0"/>
              </a:spcBef>
              <a:spcAft>
                <a:spcPts val="0"/>
              </a:spcAft>
              <a:buNone/>
              <a:defRPr sz="1600"/>
            </a:lvl6pPr>
            <a:lvl7pPr lvl="6" algn="r" rtl="0">
              <a:lnSpc>
                <a:spcPct val="100000"/>
              </a:lnSpc>
              <a:spcBef>
                <a:spcPts val="0"/>
              </a:spcBef>
              <a:spcAft>
                <a:spcPts val="0"/>
              </a:spcAft>
              <a:buNone/>
              <a:defRPr sz="1600"/>
            </a:lvl7pPr>
            <a:lvl8pPr lvl="7" algn="r" rtl="0">
              <a:lnSpc>
                <a:spcPct val="100000"/>
              </a:lnSpc>
              <a:spcBef>
                <a:spcPts val="0"/>
              </a:spcBef>
              <a:spcAft>
                <a:spcPts val="0"/>
              </a:spcAft>
              <a:buNone/>
              <a:defRPr sz="1600"/>
            </a:lvl8pPr>
            <a:lvl9pPr lvl="8" algn="r" rtl="0">
              <a:lnSpc>
                <a:spcPct val="100000"/>
              </a:lnSpc>
              <a:spcBef>
                <a:spcPts val="0"/>
              </a:spcBef>
              <a:spcAft>
                <a:spcPts val="0"/>
              </a:spcAft>
              <a:buNone/>
              <a:defRPr sz="1600"/>
            </a:lvl9pPr>
          </a:lstStyle>
          <a:p>
            <a:endParaRPr/>
          </a:p>
        </p:txBody>
      </p:sp>
      <p:pic>
        <p:nvPicPr>
          <p:cNvPr id="126" name="Google Shape;126;p15"/>
          <p:cNvPicPr preferRelativeResize="0"/>
          <p:nvPr/>
        </p:nvPicPr>
        <p:blipFill>
          <a:blip r:embed="rId3">
            <a:alphaModFix/>
          </a:blip>
          <a:stretch>
            <a:fillRect/>
          </a:stretch>
        </p:blipFill>
        <p:spPr>
          <a:xfrm rot="10800000" flipH="1">
            <a:off x="-4679275" y="-2798065"/>
            <a:ext cx="7657249" cy="8935624"/>
          </a:xfrm>
          <a:prstGeom prst="rect">
            <a:avLst/>
          </a:prstGeom>
          <a:noFill/>
          <a:ln>
            <a:noFill/>
          </a:ln>
        </p:spPr>
      </p:pic>
      <p:pic>
        <p:nvPicPr>
          <p:cNvPr id="127" name="Google Shape;127;p15"/>
          <p:cNvPicPr preferRelativeResize="0"/>
          <p:nvPr/>
        </p:nvPicPr>
        <p:blipFill>
          <a:blip r:embed="rId4">
            <a:alphaModFix/>
          </a:blip>
          <a:stretch>
            <a:fillRect/>
          </a:stretch>
        </p:blipFill>
        <p:spPr>
          <a:xfrm rot="5400000" flipH="1">
            <a:off x="6901525" y="1273964"/>
            <a:ext cx="4400440" cy="2595572"/>
          </a:xfrm>
          <a:prstGeom prst="rect">
            <a:avLst/>
          </a:prstGeom>
          <a:noFill/>
          <a:ln>
            <a:noFill/>
          </a:ln>
        </p:spPr>
      </p:pic>
      <p:grpSp>
        <p:nvGrpSpPr>
          <p:cNvPr id="128" name="Google Shape;128;p15"/>
          <p:cNvGrpSpPr/>
          <p:nvPr/>
        </p:nvGrpSpPr>
        <p:grpSpPr>
          <a:xfrm>
            <a:off x="6248175" y="4217875"/>
            <a:ext cx="1660050" cy="554100"/>
            <a:chOff x="439750" y="360325"/>
            <a:chExt cx="1660050" cy="554100"/>
          </a:xfrm>
        </p:grpSpPr>
        <p:sp>
          <p:nvSpPr>
            <p:cNvPr id="129" name="Google Shape;129;p15"/>
            <p:cNvSpPr/>
            <p:nvPr/>
          </p:nvSpPr>
          <p:spPr>
            <a:xfrm>
              <a:off x="439750" y="360325"/>
              <a:ext cx="600900" cy="554100"/>
            </a:xfrm>
            <a:prstGeom prst="chevron">
              <a:avLst>
                <a:gd name="adj" fmla="val 50000"/>
              </a:avLst>
            </a:prstGeom>
            <a:no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0" name="Google Shape;130;p15"/>
            <p:cNvSpPr/>
            <p:nvPr/>
          </p:nvSpPr>
          <p:spPr>
            <a:xfrm>
              <a:off x="959725" y="360325"/>
              <a:ext cx="600900" cy="554100"/>
            </a:xfrm>
            <a:prstGeom prst="chevron">
              <a:avLst>
                <a:gd name="adj" fmla="val 50000"/>
              </a:avLst>
            </a:prstGeom>
            <a:no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1" name="Google Shape;131;p15"/>
            <p:cNvSpPr/>
            <p:nvPr/>
          </p:nvSpPr>
          <p:spPr>
            <a:xfrm>
              <a:off x="1498900" y="360325"/>
              <a:ext cx="600900" cy="554100"/>
            </a:xfrm>
            <a:prstGeom prst="chevron">
              <a:avLst>
                <a:gd name="adj" fmla="val 50000"/>
              </a:avLst>
            </a:prstGeom>
            <a:no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Section header 3">
  <p:cSld name="SECTION_HEADER_3">
    <p:spTree>
      <p:nvGrpSpPr>
        <p:cNvPr id="1" name="Shape 132"/>
        <p:cNvGrpSpPr/>
        <p:nvPr/>
      </p:nvGrpSpPr>
      <p:grpSpPr>
        <a:xfrm>
          <a:off x="0" y="0"/>
          <a:ext cx="0" cy="0"/>
          <a:chOff x="0" y="0"/>
          <a:chExt cx="0" cy="0"/>
        </a:xfrm>
      </p:grpSpPr>
      <p:pic>
        <p:nvPicPr>
          <p:cNvPr id="133" name="Google Shape;133;p16"/>
          <p:cNvPicPr preferRelativeResize="0"/>
          <p:nvPr/>
        </p:nvPicPr>
        <p:blipFill>
          <a:blip r:embed="rId2">
            <a:alphaModFix/>
          </a:blip>
          <a:stretch>
            <a:fillRect/>
          </a:stretch>
        </p:blipFill>
        <p:spPr>
          <a:xfrm>
            <a:off x="-1" y="-361900"/>
            <a:ext cx="9144003" cy="6518663"/>
          </a:xfrm>
          <a:prstGeom prst="rect">
            <a:avLst/>
          </a:prstGeom>
          <a:noFill/>
          <a:ln>
            <a:noFill/>
          </a:ln>
        </p:spPr>
      </p:pic>
      <p:sp>
        <p:nvSpPr>
          <p:cNvPr id="134" name="Google Shape;134;p16"/>
          <p:cNvSpPr txBox="1">
            <a:spLocks noGrp="1"/>
          </p:cNvSpPr>
          <p:nvPr>
            <p:ph type="title"/>
          </p:nvPr>
        </p:nvSpPr>
        <p:spPr>
          <a:xfrm>
            <a:off x="3640250" y="2259100"/>
            <a:ext cx="4790400" cy="1512000"/>
          </a:xfrm>
          <a:prstGeom prst="rect">
            <a:avLst/>
          </a:prstGeom>
        </p:spPr>
        <p:txBody>
          <a:bodyPr spcFirstLastPara="1" wrap="square" lIns="91425" tIns="91425" rIns="91425" bIns="91425" anchor="ctr" anchorCtr="0">
            <a:noAutofit/>
          </a:bodyPr>
          <a:lstStyle>
            <a:lvl1pPr lvl="0" rtl="0">
              <a:spcBef>
                <a:spcPts val="0"/>
              </a:spcBef>
              <a:spcAft>
                <a:spcPts val="0"/>
              </a:spcAft>
              <a:buSzPts val="7000"/>
              <a:buNone/>
              <a:defRPr sz="5000"/>
            </a:lvl1pPr>
            <a:lvl2pPr lvl="1" algn="ctr" rtl="0">
              <a:lnSpc>
                <a:spcPct val="100000"/>
              </a:lnSpc>
              <a:spcBef>
                <a:spcPts val="0"/>
              </a:spcBef>
              <a:spcAft>
                <a:spcPts val="0"/>
              </a:spcAft>
              <a:buSzPts val="5000"/>
              <a:buNone/>
              <a:defRPr sz="5000"/>
            </a:lvl2pPr>
            <a:lvl3pPr lvl="2" algn="ctr" rtl="0">
              <a:lnSpc>
                <a:spcPct val="100000"/>
              </a:lnSpc>
              <a:spcBef>
                <a:spcPts val="0"/>
              </a:spcBef>
              <a:spcAft>
                <a:spcPts val="0"/>
              </a:spcAft>
              <a:buSzPts val="5000"/>
              <a:buNone/>
              <a:defRPr sz="5000"/>
            </a:lvl3pPr>
            <a:lvl4pPr lvl="3" algn="ctr" rtl="0">
              <a:lnSpc>
                <a:spcPct val="100000"/>
              </a:lnSpc>
              <a:spcBef>
                <a:spcPts val="0"/>
              </a:spcBef>
              <a:spcAft>
                <a:spcPts val="0"/>
              </a:spcAft>
              <a:buSzPts val="5000"/>
              <a:buNone/>
              <a:defRPr sz="5000"/>
            </a:lvl4pPr>
            <a:lvl5pPr lvl="4" algn="ctr" rtl="0">
              <a:lnSpc>
                <a:spcPct val="100000"/>
              </a:lnSpc>
              <a:spcBef>
                <a:spcPts val="0"/>
              </a:spcBef>
              <a:spcAft>
                <a:spcPts val="0"/>
              </a:spcAft>
              <a:buSzPts val="5000"/>
              <a:buNone/>
              <a:defRPr sz="5000"/>
            </a:lvl5pPr>
            <a:lvl6pPr lvl="5" algn="ctr" rtl="0">
              <a:lnSpc>
                <a:spcPct val="100000"/>
              </a:lnSpc>
              <a:spcBef>
                <a:spcPts val="0"/>
              </a:spcBef>
              <a:spcAft>
                <a:spcPts val="0"/>
              </a:spcAft>
              <a:buSzPts val="5000"/>
              <a:buNone/>
              <a:defRPr sz="5000"/>
            </a:lvl6pPr>
            <a:lvl7pPr lvl="6" algn="ctr" rtl="0">
              <a:lnSpc>
                <a:spcPct val="100000"/>
              </a:lnSpc>
              <a:spcBef>
                <a:spcPts val="0"/>
              </a:spcBef>
              <a:spcAft>
                <a:spcPts val="0"/>
              </a:spcAft>
              <a:buSzPts val="5000"/>
              <a:buNone/>
              <a:defRPr sz="5000"/>
            </a:lvl7pPr>
            <a:lvl8pPr lvl="7" algn="ctr" rtl="0">
              <a:lnSpc>
                <a:spcPct val="100000"/>
              </a:lnSpc>
              <a:spcBef>
                <a:spcPts val="0"/>
              </a:spcBef>
              <a:spcAft>
                <a:spcPts val="0"/>
              </a:spcAft>
              <a:buSzPts val="5000"/>
              <a:buNone/>
              <a:defRPr sz="5000"/>
            </a:lvl8pPr>
            <a:lvl9pPr lvl="8" algn="ctr" rtl="0">
              <a:lnSpc>
                <a:spcPct val="100000"/>
              </a:lnSpc>
              <a:spcBef>
                <a:spcPts val="0"/>
              </a:spcBef>
              <a:spcAft>
                <a:spcPts val="0"/>
              </a:spcAft>
              <a:buSzPts val="5000"/>
              <a:buNone/>
              <a:defRPr sz="5000"/>
            </a:lvl9pPr>
          </a:lstStyle>
          <a:p>
            <a:endParaRPr/>
          </a:p>
        </p:txBody>
      </p:sp>
      <p:sp>
        <p:nvSpPr>
          <p:cNvPr id="135" name="Google Shape;135;p16"/>
          <p:cNvSpPr txBox="1">
            <a:spLocks noGrp="1"/>
          </p:cNvSpPr>
          <p:nvPr>
            <p:ph type="title" idx="2" hasCustomPrompt="1"/>
          </p:nvPr>
        </p:nvSpPr>
        <p:spPr>
          <a:xfrm>
            <a:off x="3640250" y="539500"/>
            <a:ext cx="2052600" cy="1719600"/>
          </a:xfrm>
          <a:prstGeom prst="rect">
            <a:avLst/>
          </a:prstGeom>
        </p:spPr>
        <p:txBody>
          <a:bodyPr spcFirstLastPara="1" wrap="square" lIns="91425" tIns="91425" rIns="91425" bIns="91425" anchor="ctr" anchorCtr="0">
            <a:noAutofit/>
          </a:bodyPr>
          <a:lstStyle>
            <a:lvl1pPr lvl="0" rtl="0">
              <a:lnSpc>
                <a:spcPct val="100000"/>
              </a:lnSpc>
              <a:spcBef>
                <a:spcPts val="0"/>
              </a:spcBef>
              <a:spcAft>
                <a:spcPts val="0"/>
              </a:spcAft>
              <a:buSzPts val="5000"/>
              <a:buNone/>
              <a:defRPr sz="10000">
                <a:solidFill>
                  <a:schemeClr val="dk1"/>
                </a:solidFill>
              </a:defRPr>
            </a:lvl1pPr>
            <a:lvl2pPr lvl="1" algn="ctr" rtl="0">
              <a:lnSpc>
                <a:spcPct val="100000"/>
              </a:lnSpc>
              <a:spcBef>
                <a:spcPts val="0"/>
              </a:spcBef>
              <a:spcAft>
                <a:spcPts val="0"/>
              </a:spcAft>
              <a:buSzPts val="5000"/>
              <a:buNone/>
              <a:defRPr sz="5000"/>
            </a:lvl2pPr>
            <a:lvl3pPr lvl="2" algn="ctr" rtl="0">
              <a:lnSpc>
                <a:spcPct val="100000"/>
              </a:lnSpc>
              <a:spcBef>
                <a:spcPts val="0"/>
              </a:spcBef>
              <a:spcAft>
                <a:spcPts val="0"/>
              </a:spcAft>
              <a:buSzPts val="5000"/>
              <a:buNone/>
              <a:defRPr sz="5000"/>
            </a:lvl3pPr>
            <a:lvl4pPr lvl="3" algn="ctr" rtl="0">
              <a:lnSpc>
                <a:spcPct val="100000"/>
              </a:lnSpc>
              <a:spcBef>
                <a:spcPts val="0"/>
              </a:spcBef>
              <a:spcAft>
                <a:spcPts val="0"/>
              </a:spcAft>
              <a:buSzPts val="5000"/>
              <a:buNone/>
              <a:defRPr sz="5000"/>
            </a:lvl4pPr>
            <a:lvl5pPr lvl="4" algn="ctr" rtl="0">
              <a:lnSpc>
                <a:spcPct val="100000"/>
              </a:lnSpc>
              <a:spcBef>
                <a:spcPts val="0"/>
              </a:spcBef>
              <a:spcAft>
                <a:spcPts val="0"/>
              </a:spcAft>
              <a:buSzPts val="5000"/>
              <a:buNone/>
              <a:defRPr sz="5000"/>
            </a:lvl5pPr>
            <a:lvl6pPr lvl="5" algn="ctr" rtl="0">
              <a:lnSpc>
                <a:spcPct val="100000"/>
              </a:lnSpc>
              <a:spcBef>
                <a:spcPts val="0"/>
              </a:spcBef>
              <a:spcAft>
                <a:spcPts val="0"/>
              </a:spcAft>
              <a:buSzPts val="5000"/>
              <a:buNone/>
              <a:defRPr sz="5000"/>
            </a:lvl6pPr>
            <a:lvl7pPr lvl="6" algn="ctr" rtl="0">
              <a:lnSpc>
                <a:spcPct val="100000"/>
              </a:lnSpc>
              <a:spcBef>
                <a:spcPts val="0"/>
              </a:spcBef>
              <a:spcAft>
                <a:spcPts val="0"/>
              </a:spcAft>
              <a:buSzPts val="5000"/>
              <a:buNone/>
              <a:defRPr sz="5000"/>
            </a:lvl7pPr>
            <a:lvl8pPr lvl="7" algn="ctr" rtl="0">
              <a:lnSpc>
                <a:spcPct val="100000"/>
              </a:lnSpc>
              <a:spcBef>
                <a:spcPts val="0"/>
              </a:spcBef>
              <a:spcAft>
                <a:spcPts val="0"/>
              </a:spcAft>
              <a:buSzPts val="5000"/>
              <a:buNone/>
              <a:defRPr sz="5000"/>
            </a:lvl8pPr>
            <a:lvl9pPr lvl="8" algn="ctr" rtl="0">
              <a:lnSpc>
                <a:spcPct val="100000"/>
              </a:lnSpc>
              <a:spcBef>
                <a:spcPts val="0"/>
              </a:spcBef>
              <a:spcAft>
                <a:spcPts val="0"/>
              </a:spcAft>
              <a:buSzPts val="5000"/>
              <a:buNone/>
              <a:defRPr sz="5000"/>
            </a:lvl9pPr>
          </a:lstStyle>
          <a:p>
            <a:r>
              <a:t>xx%</a:t>
            </a:r>
          </a:p>
        </p:txBody>
      </p:sp>
      <p:sp>
        <p:nvSpPr>
          <p:cNvPr id="136" name="Google Shape;136;p16"/>
          <p:cNvSpPr txBox="1">
            <a:spLocks noGrp="1"/>
          </p:cNvSpPr>
          <p:nvPr>
            <p:ph type="subTitle" idx="1"/>
          </p:nvPr>
        </p:nvSpPr>
        <p:spPr>
          <a:xfrm>
            <a:off x="3640250" y="3970525"/>
            <a:ext cx="4790400" cy="399000"/>
          </a:xfrm>
          <a:prstGeom prst="rect">
            <a:avLst/>
          </a:prstGeom>
        </p:spPr>
        <p:txBody>
          <a:bodyPr spcFirstLastPara="1" wrap="square" lIns="91425" tIns="91425" rIns="91425" bIns="91425" anchor="b" anchorCtr="0">
            <a:noAutofit/>
          </a:bodyPr>
          <a:lstStyle>
            <a:lvl1pPr lvl="0" rtl="0">
              <a:lnSpc>
                <a:spcPct val="100000"/>
              </a:lnSpc>
              <a:spcBef>
                <a:spcPts val="0"/>
              </a:spcBef>
              <a:spcAft>
                <a:spcPts val="0"/>
              </a:spcAft>
              <a:buNone/>
              <a:defRPr sz="1600"/>
            </a:lvl1pPr>
            <a:lvl2pPr lvl="1" rtl="0">
              <a:lnSpc>
                <a:spcPct val="100000"/>
              </a:lnSpc>
              <a:spcBef>
                <a:spcPts val="0"/>
              </a:spcBef>
              <a:spcAft>
                <a:spcPts val="0"/>
              </a:spcAft>
              <a:buNone/>
              <a:defRPr sz="1600"/>
            </a:lvl2pPr>
            <a:lvl3pPr lvl="2" rtl="0">
              <a:lnSpc>
                <a:spcPct val="100000"/>
              </a:lnSpc>
              <a:spcBef>
                <a:spcPts val="0"/>
              </a:spcBef>
              <a:spcAft>
                <a:spcPts val="0"/>
              </a:spcAft>
              <a:buNone/>
              <a:defRPr sz="1600"/>
            </a:lvl3pPr>
            <a:lvl4pPr lvl="3" rtl="0">
              <a:lnSpc>
                <a:spcPct val="100000"/>
              </a:lnSpc>
              <a:spcBef>
                <a:spcPts val="0"/>
              </a:spcBef>
              <a:spcAft>
                <a:spcPts val="0"/>
              </a:spcAft>
              <a:buNone/>
              <a:defRPr sz="1600"/>
            </a:lvl4pPr>
            <a:lvl5pPr lvl="4" rtl="0">
              <a:lnSpc>
                <a:spcPct val="100000"/>
              </a:lnSpc>
              <a:spcBef>
                <a:spcPts val="0"/>
              </a:spcBef>
              <a:spcAft>
                <a:spcPts val="0"/>
              </a:spcAft>
              <a:buNone/>
              <a:defRPr sz="1600"/>
            </a:lvl5pPr>
            <a:lvl6pPr lvl="5" rtl="0">
              <a:lnSpc>
                <a:spcPct val="100000"/>
              </a:lnSpc>
              <a:spcBef>
                <a:spcPts val="0"/>
              </a:spcBef>
              <a:spcAft>
                <a:spcPts val="0"/>
              </a:spcAft>
              <a:buNone/>
              <a:defRPr sz="1600"/>
            </a:lvl6pPr>
            <a:lvl7pPr lvl="6" rtl="0">
              <a:lnSpc>
                <a:spcPct val="100000"/>
              </a:lnSpc>
              <a:spcBef>
                <a:spcPts val="0"/>
              </a:spcBef>
              <a:spcAft>
                <a:spcPts val="0"/>
              </a:spcAft>
              <a:buNone/>
              <a:defRPr sz="1600"/>
            </a:lvl7pPr>
            <a:lvl8pPr lvl="7" rtl="0">
              <a:lnSpc>
                <a:spcPct val="100000"/>
              </a:lnSpc>
              <a:spcBef>
                <a:spcPts val="0"/>
              </a:spcBef>
              <a:spcAft>
                <a:spcPts val="0"/>
              </a:spcAft>
              <a:buNone/>
              <a:defRPr sz="1600"/>
            </a:lvl8pPr>
            <a:lvl9pPr lvl="8" rtl="0">
              <a:lnSpc>
                <a:spcPct val="100000"/>
              </a:lnSpc>
              <a:spcBef>
                <a:spcPts val="0"/>
              </a:spcBef>
              <a:spcAft>
                <a:spcPts val="0"/>
              </a:spcAft>
              <a:buNone/>
              <a:defRPr sz="1600"/>
            </a:lvl9pPr>
          </a:lstStyle>
          <a:p>
            <a:endParaRPr/>
          </a:p>
        </p:txBody>
      </p:sp>
      <p:grpSp>
        <p:nvGrpSpPr>
          <p:cNvPr id="137" name="Google Shape;137;p16"/>
          <p:cNvGrpSpPr/>
          <p:nvPr/>
        </p:nvGrpSpPr>
        <p:grpSpPr>
          <a:xfrm>
            <a:off x="7039975" y="315100"/>
            <a:ext cx="1660050" cy="554100"/>
            <a:chOff x="439750" y="360325"/>
            <a:chExt cx="1660050" cy="554100"/>
          </a:xfrm>
        </p:grpSpPr>
        <p:sp>
          <p:nvSpPr>
            <p:cNvPr id="138" name="Google Shape;138;p16"/>
            <p:cNvSpPr/>
            <p:nvPr/>
          </p:nvSpPr>
          <p:spPr>
            <a:xfrm>
              <a:off x="439750" y="360325"/>
              <a:ext cx="600900" cy="554100"/>
            </a:xfrm>
            <a:prstGeom prst="chevron">
              <a:avLst>
                <a:gd name="adj" fmla="val 50000"/>
              </a:avLst>
            </a:prstGeom>
            <a:no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9" name="Google Shape;139;p16"/>
            <p:cNvSpPr/>
            <p:nvPr/>
          </p:nvSpPr>
          <p:spPr>
            <a:xfrm>
              <a:off x="959725" y="360325"/>
              <a:ext cx="600900" cy="554100"/>
            </a:xfrm>
            <a:prstGeom prst="chevron">
              <a:avLst>
                <a:gd name="adj" fmla="val 50000"/>
              </a:avLst>
            </a:prstGeom>
            <a:no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0" name="Google Shape;140;p16"/>
            <p:cNvSpPr/>
            <p:nvPr/>
          </p:nvSpPr>
          <p:spPr>
            <a:xfrm>
              <a:off x="1498900" y="360325"/>
              <a:ext cx="600900" cy="554100"/>
            </a:xfrm>
            <a:prstGeom prst="chevron">
              <a:avLst>
                <a:gd name="adj" fmla="val 50000"/>
              </a:avLst>
            </a:prstGeom>
            <a:no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itle only 2">
  <p:cSld name="TITLE_ONLY_2">
    <p:spTree>
      <p:nvGrpSpPr>
        <p:cNvPr id="1" name="Shape 196"/>
        <p:cNvGrpSpPr/>
        <p:nvPr/>
      </p:nvGrpSpPr>
      <p:grpSpPr>
        <a:xfrm>
          <a:off x="0" y="0"/>
          <a:ext cx="0" cy="0"/>
          <a:chOff x="0" y="0"/>
          <a:chExt cx="0" cy="0"/>
        </a:xfrm>
      </p:grpSpPr>
      <p:sp>
        <p:nvSpPr>
          <p:cNvPr id="197" name="Google Shape;197;p24"/>
          <p:cNvSpPr txBox="1">
            <a:spLocks noGrp="1"/>
          </p:cNvSpPr>
          <p:nvPr>
            <p:ph type="title"/>
          </p:nvPr>
        </p:nvSpPr>
        <p:spPr>
          <a:xfrm>
            <a:off x="713225" y="539500"/>
            <a:ext cx="7717500" cy="5727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28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Numbers and text">
  <p:cSld name="BLANK_1_1_1_1_1_1">
    <p:spTree>
      <p:nvGrpSpPr>
        <p:cNvPr id="1" name="Shape 273"/>
        <p:cNvGrpSpPr/>
        <p:nvPr/>
      </p:nvGrpSpPr>
      <p:grpSpPr>
        <a:xfrm>
          <a:off x="0" y="0"/>
          <a:ext cx="0" cy="0"/>
          <a:chOff x="0" y="0"/>
          <a:chExt cx="0" cy="0"/>
        </a:xfrm>
      </p:grpSpPr>
      <p:pic>
        <p:nvPicPr>
          <p:cNvPr id="274" name="Google Shape;274;p34"/>
          <p:cNvPicPr preferRelativeResize="0"/>
          <p:nvPr/>
        </p:nvPicPr>
        <p:blipFill>
          <a:blip r:embed="rId2">
            <a:alphaModFix/>
          </a:blip>
          <a:stretch>
            <a:fillRect/>
          </a:stretch>
        </p:blipFill>
        <p:spPr>
          <a:xfrm>
            <a:off x="-1" y="-361900"/>
            <a:ext cx="9144003" cy="6518663"/>
          </a:xfrm>
          <a:prstGeom prst="rect">
            <a:avLst/>
          </a:prstGeom>
          <a:noFill/>
          <a:ln>
            <a:noFill/>
          </a:ln>
        </p:spPr>
      </p:pic>
      <p:sp>
        <p:nvSpPr>
          <p:cNvPr id="275" name="Google Shape;275;p34"/>
          <p:cNvSpPr txBox="1">
            <a:spLocks noGrp="1"/>
          </p:cNvSpPr>
          <p:nvPr>
            <p:ph type="title" hasCustomPrompt="1"/>
          </p:nvPr>
        </p:nvSpPr>
        <p:spPr>
          <a:xfrm>
            <a:off x="2067263" y="3439350"/>
            <a:ext cx="2495100" cy="834300"/>
          </a:xfrm>
          <a:prstGeom prst="rect">
            <a:avLst/>
          </a:prstGeom>
          <a:ln>
            <a:noFill/>
          </a:ln>
        </p:spPr>
        <p:txBody>
          <a:bodyPr spcFirstLastPara="1" wrap="square" lIns="91425" tIns="91425" rIns="91425" bIns="91425" anchor="b" anchorCtr="0">
            <a:noAutofit/>
          </a:bodyPr>
          <a:lstStyle>
            <a:lvl1pPr lvl="0" algn="ctr" rtl="0">
              <a:spcBef>
                <a:spcPts val="0"/>
              </a:spcBef>
              <a:spcAft>
                <a:spcPts val="0"/>
              </a:spcAft>
              <a:buSzPts val="4800"/>
              <a:buChar char="+"/>
              <a:defRPr sz="3500"/>
            </a:lvl1pPr>
            <a:lvl2pPr lvl="1" algn="ctr" rtl="0">
              <a:spcBef>
                <a:spcPts val="0"/>
              </a:spcBef>
              <a:spcAft>
                <a:spcPts val="0"/>
              </a:spcAft>
              <a:buSzPts val="12000"/>
              <a:buChar char="+"/>
              <a:defRPr sz="12000"/>
            </a:lvl2pPr>
            <a:lvl3pPr lvl="2" algn="ctr" rtl="0">
              <a:spcBef>
                <a:spcPts val="0"/>
              </a:spcBef>
              <a:spcAft>
                <a:spcPts val="0"/>
              </a:spcAft>
              <a:buSzPts val="12000"/>
              <a:buChar char="+"/>
              <a:defRPr sz="12000"/>
            </a:lvl3pPr>
            <a:lvl4pPr lvl="3" algn="ctr" rtl="0">
              <a:spcBef>
                <a:spcPts val="0"/>
              </a:spcBef>
              <a:spcAft>
                <a:spcPts val="0"/>
              </a:spcAft>
              <a:buSzPts val="12000"/>
              <a:buChar char="+"/>
              <a:defRPr sz="12000"/>
            </a:lvl4pPr>
            <a:lvl5pPr lvl="4" algn="ctr" rtl="0">
              <a:spcBef>
                <a:spcPts val="0"/>
              </a:spcBef>
              <a:spcAft>
                <a:spcPts val="0"/>
              </a:spcAft>
              <a:buSzPts val="12000"/>
              <a:buChar char="+"/>
              <a:defRPr sz="12000"/>
            </a:lvl5pPr>
            <a:lvl6pPr lvl="5" algn="ctr" rtl="0">
              <a:spcBef>
                <a:spcPts val="0"/>
              </a:spcBef>
              <a:spcAft>
                <a:spcPts val="0"/>
              </a:spcAft>
              <a:buSzPts val="12000"/>
              <a:buChar char="+"/>
              <a:defRPr sz="12000"/>
            </a:lvl6pPr>
            <a:lvl7pPr lvl="6" algn="ctr" rtl="0">
              <a:spcBef>
                <a:spcPts val="0"/>
              </a:spcBef>
              <a:spcAft>
                <a:spcPts val="0"/>
              </a:spcAft>
              <a:buSzPts val="12000"/>
              <a:buChar char="+"/>
              <a:defRPr sz="12000"/>
            </a:lvl7pPr>
            <a:lvl8pPr lvl="7" algn="ctr" rtl="0">
              <a:spcBef>
                <a:spcPts val="0"/>
              </a:spcBef>
              <a:spcAft>
                <a:spcPts val="0"/>
              </a:spcAft>
              <a:buSzPts val="12000"/>
              <a:buChar char="+"/>
              <a:defRPr sz="12000"/>
            </a:lvl8pPr>
            <a:lvl9pPr lvl="8" algn="ctr" rtl="0">
              <a:spcBef>
                <a:spcPts val="0"/>
              </a:spcBef>
              <a:spcAft>
                <a:spcPts val="0"/>
              </a:spcAft>
              <a:buSzPts val="12000"/>
              <a:buChar char="+"/>
              <a:defRPr sz="12000"/>
            </a:lvl9pPr>
          </a:lstStyle>
          <a:p>
            <a:r>
              <a:t>xx%</a:t>
            </a:r>
          </a:p>
        </p:txBody>
      </p:sp>
      <p:sp>
        <p:nvSpPr>
          <p:cNvPr id="276" name="Google Shape;276;p34"/>
          <p:cNvSpPr txBox="1">
            <a:spLocks noGrp="1"/>
          </p:cNvSpPr>
          <p:nvPr>
            <p:ph type="title" idx="2" hasCustomPrompt="1"/>
          </p:nvPr>
        </p:nvSpPr>
        <p:spPr>
          <a:xfrm>
            <a:off x="2067263" y="1416875"/>
            <a:ext cx="2495100" cy="834300"/>
          </a:xfrm>
          <a:prstGeom prst="rect">
            <a:avLst/>
          </a:prstGeom>
          <a:ln>
            <a:noFill/>
          </a:ln>
        </p:spPr>
        <p:txBody>
          <a:bodyPr spcFirstLastPara="1" wrap="square" lIns="91425" tIns="91425" rIns="91425" bIns="91425" anchor="t" anchorCtr="0">
            <a:noAutofit/>
          </a:bodyPr>
          <a:lstStyle>
            <a:lvl1pPr lvl="0" algn="r" rtl="0">
              <a:spcBef>
                <a:spcPts val="0"/>
              </a:spcBef>
              <a:spcAft>
                <a:spcPts val="0"/>
              </a:spcAft>
              <a:buSzPts val="4800"/>
              <a:buNone/>
              <a:defRPr sz="3500">
                <a:solidFill>
                  <a:schemeClr val="dk1"/>
                </a:solidFill>
              </a:defRPr>
            </a:lvl1pPr>
            <a:lvl2pPr lvl="1" algn="ctr" rtl="0">
              <a:spcBef>
                <a:spcPts val="0"/>
              </a:spcBef>
              <a:spcAft>
                <a:spcPts val="0"/>
              </a:spcAft>
              <a:buSzPts val="12000"/>
              <a:buNone/>
              <a:defRPr sz="12000"/>
            </a:lvl2pPr>
            <a:lvl3pPr lvl="2" algn="ctr" rtl="0">
              <a:spcBef>
                <a:spcPts val="0"/>
              </a:spcBef>
              <a:spcAft>
                <a:spcPts val="0"/>
              </a:spcAft>
              <a:buSzPts val="12000"/>
              <a:buNone/>
              <a:defRPr sz="12000"/>
            </a:lvl3pPr>
            <a:lvl4pPr lvl="3" algn="ctr" rtl="0">
              <a:spcBef>
                <a:spcPts val="0"/>
              </a:spcBef>
              <a:spcAft>
                <a:spcPts val="0"/>
              </a:spcAft>
              <a:buSzPts val="12000"/>
              <a:buNone/>
              <a:defRPr sz="12000"/>
            </a:lvl4pPr>
            <a:lvl5pPr lvl="4" algn="ctr" rtl="0">
              <a:spcBef>
                <a:spcPts val="0"/>
              </a:spcBef>
              <a:spcAft>
                <a:spcPts val="0"/>
              </a:spcAft>
              <a:buSzPts val="12000"/>
              <a:buNone/>
              <a:defRPr sz="12000"/>
            </a:lvl5pPr>
            <a:lvl6pPr lvl="5" algn="ctr" rtl="0">
              <a:spcBef>
                <a:spcPts val="0"/>
              </a:spcBef>
              <a:spcAft>
                <a:spcPts val="0"/>
              </a:spcAft>
              <a:buSzPts val="12000"/>
              <a:buNone/>
              <a:defRPr sz="12000"/>
            </a:lvl6pPr>
            <a:lvl7pPr lvl="6" algn="ctr" rtl="0">
              <a:spcBef>
                <a:spcPts val="0"/>
              </a:spcBef>
              <a:spcAft>
                <a:spcPts val="0"/>
              </a:spcAft>
              <a:buSzPts val="12000"/>
              <a:buNone/>
              <a:defRPr sz="12000"/>
            </a:lvl7pPr>
            <a:lvl8pPr lvl="7" algn="ctr" rtl="0">
              <a:spcBef>
                <a:spcPts val="0"/>
              </a:spcBef>
              <a:spcAft>
                <a:spcPts val="0"/>
              </a:spcAft>
              <a:buSzPts val="12000"/>
              <a:buNone/>
              <a:defRPr sz="12000"/>
            </a:lvl8pPr>
            <a:lvl9pPr lvl="8" algn="ctr" rtl="0">
              <a:spcBef>
                <a:spcPts val="0"/>
              </a:spcBef>
              <a:spcAft>
                <a:spcPts val="0"/>
              </a:spcAft>
              <a:buSzPts val="12000"/>
              <a:buNone/>
              <a:defRPr sz="12000"/>
            </a:lvl9pPr>
          </a:lstStyle>
          <a:p>
            <a:r>
              <a:t>xx%</a:t>
            </a:r>
          </a:p>
        </p:txBody>
      </p:sp>
      <p:sp>
        <p:nvSpPr>
          <p:cNvPr id="277" name="Google Shape;277;p34"/>
          <p:cNvSpPr txBox="1">
            <a:spLocks noGrp="1"/>
          </p:cNvSpPr>
          <p:nvPr>
            <p:ph type="title" idx="3" hasCustomPrompt="1"/>
          </p:nvPr>
        </p:nvSpPr>
        <p:spPr>
          <a:xfrm>
            <a:off x="2067263" y="2428125"/>
            <a:ext cx="2495100" cy="834300"/>
          </a:xfrm>
          <a:prstGeom prst="rect">
            <a:avLst/>
          </a:prstGeom>
          <a:ln>
            <a:noFill/>
          </a:ln>
        </p:spPr>
        <p:txBody>
          <a:bodyPr spcFirstLastPara="1" wrap="square" lIns="91425" tIns="91425" rIns="91425" bIns="91425" anchor="t" anchorCtr="0">
            <a:noAutofit/>
          </a:bodyPr>
          <a:lstStyle>
            <a:lvl1pPr lvl="0" algn="r" rtl="0">
              <a:spcBef>
                <a:spcPts val="0"/>
              </a:spcBef>
              <a:spcAft>
                <a:spcPts val="0"/>
              </a:spcAft>
              <a:buSzPts val="4800"/>
              <a:buNone/>
              <a:defRPr sz="3500"/>
            </a:lvl1pPr>
            <a:lvl2pPr lvl="1" algn="ctr" rtl="0">
              <a:spcBef>
                <a:spcPts val="0"/>
              </a:spcBef>
              <a:spcAft>
                <a:spcPts val="0"/>
              </a:spcAft>
              <a:buSzPts val="12000"/>
              <a:buNone/>
              <a:defRPr sz="12000"/>
            </a:lvl2pPr>
            <a:lvl3pPr lvl="2" algn="ctr" rtl="0">
              <a:spcBef>
                <a:spcPts val="0"/>
              </a:spcBef>
              <a:spcAft>
                <a:spcPts val="0"/>
              </a:spcAft>
              <a:buSzPts val="12000"/>
              <a:buNone/>
              <a:defRPr sz="12000"/>
            </a:lvl3pPr>
            <a:lvl4pPr lvl="3" algn="ctr" rtl="0">
              <a:spcBef>
                <a:spcPts val="0"/>
              </a:spcBef>
              <a:spcAft>
                <a:spcPts val="0"/>
              </a:spcAft>
              <a:buSzPts val="12000"/>
              <a:buNone/>
              <a:defRPr sz="12000"/>
            </a:lvl4pPr>
            <a:lvl5pPr lvl="4" algn="ctr" rtl="0">
              <a:spcBef>
                <a:spcPts val="0"/>
              </a:spcBef>
              <a:spcAft>
                <a:spcPts val="0"/>
              </a:spcAft>
              <a:buSzPts val="12000"/>
              <a:buNone/>
              <a:defRPr sz="12000"/>
            </a:lvl5pPr>
            <a:lvl6pPr lvl="5" algn="ctr" rtl="0">
              <a:spcBef>
                <a:spcPts val="0"/>
              </a:spcBef>
              <a:spcAft>
                <a:spcPts val="0"/>
              </a:spcAft>
              <a:buSzPts val="12000"/>
              <a:buNone/>
              <a:defRPr sz="12000"/>
            </a:lvl6pPr>
            <a:lvl7pPr lvl="6" algn="ctr" rtl="0">
              <a:spcBef>
                <a:spcPts val="0"/>
              </a:spcBef>
              <a:spcAft>
                <a:spcPts val="0"/>
              </a:spcAft>
              <a:buSzPts val="12000"/>
              <a:buNone/>
              <a:defRPr sz="12000"/>
            </a:lvl7pPr>
            <a:lvl8pPr lvl="7" algn="ctr" rtl="0">
              <a:spcBef>
                <a:spcPts val="0"/>
              </a:spcBef>
              <a:spcAft>
                <a:spcPts val="0"/>
              </a:spcAft>
              <a:buSzPts val="12000"/>
              <a:buNone/>
              <a:defRPr sz="12000"/>
            </a:lvl8pPr>
            <a:lvl9pPr lvl="8" algn="ctr" rtl="0">
              <a:spcBef>
                <a:spcPts val="0"/>
              </a:spcBef>
              <a:spcAft>
                <a:spcPts val="0"/>
              </a:spcAft>
              <a:buSzPts val="12000"/>
              <a:buNone/>
              <a:defRPr sz="12000"/>
            </a:lvl9pPr>
          </a:lstStyle>
          <a:p>
            <a:r>
              <a:t>xx%</a:t>
            </a:r>
          </a:p>
        </p:txBody>
      </p:sp>
      <p:sp>
        <p:nvSpPr>
          <p:cNvPr id="278" name="Google Shape;278;p34"/>
          <p:cNvSpPr txBox="1">
            <a:spLocks noGrp="1"/>
          </p:cNvSpPr>
          <p:nvPr>
            <p:ph type="subTitle" idx="1"/>
          </p:nvPr>
        </p:nvSpPr>
        <p:spPr>
          <a:xfrm>
            <a:off x="4777300" y="3592800"/>
            <a:ext cx="2173200" cy="527400"/>
          </a:xfrm>
          <a:prstGeom prst="rect">
            <a:avLst/>
          </a:prstGeom>
        </p:spPr>
        <p:txBody>
          <a:bodyPr spcFirstLastPara="1" wrap="square" lIns="91425" tIns="91425" rIns="91425" bIns="91425" anchor="ctr" anchorCtr="0">
            <a:noAutofit/>
          </a:bodyPr>
          <a:lstStyle>
            <a:lvl1pPr lvl="0" rtl="0">
              <a:spcBef>
                <a:spcPts val="0"/>
              </a:spcBef>
              <a:spcAft>
                <a:spcPts val="0"/>
              </a:spcAft>
              <a:buSzPts val="1600"/>
              <a:buNone/>
              <a:defRPr sz="1400"/>
            </a:lvl1pPr>
            <a:lvl2pPr lvl="1" rtl="0">
              <a:spcBef>
                <a:spcPts val="0"/>
              </a:spcBef>
              <a:spcAft>
                <a:spcPts val="0"/>
              </a:spcAft>
              <a:buSzPts val="1600"/>
              <a:buNone/>
              <a:defRPr sz="1600"/>
            </a:lvl2pPr>
            <a:lvl3pPr lvl="2" rtl="0">
              <a:spcBef>
                <a:spcPts val="0"/>
              </a:spcBef>
              <a:spcAft>
                <a:spcPts val="0"/>
              </a:spcAft>
              <a:buSzPts val="1600"/>
              <a:buNone/>
              <a:defRPr sz="1600"/>
            </a:lvl3pPr>
            <a:lvl4pPr lvl="3" rtl="0">
              <a:spcBef>
                <a:spcPts val="0"/>
              </a:spcBef>
              <a:spcAft>
                <a:spcPts val="0"/>
              </a:spcAft>
              <a:buSzPts val="1600"/>
              <a:buNone/>
              <a:defRPr sz="1600"/>
            </a:lvl4pPr>
            <a:lvl5pPr lvl="4" rtl="0">
              <a:spcBef>
                <a:spcPts val="0"/>
              </a:spcBef>
              <a:spcAft>
                <a:spcPts val="0"/>
              </a:spcAft>
              <a:buSzPts val="1600"/>
              <a:buNone/>
              <a:defRPr sz="1600"/>
            </a:lvl5pPr>
            <a:lvl6pPr lvl="5" rtl="0">
              <a:spcBef>
                <a:spcPts val="0"/>
              </a:spcBef>
              <a:spcAft>
                <a:spcPts val="0"/>
              </a:spcAft>
              <a:buSzPts val="1600"/>
              <a:buNone/>
              <a:defRPr sz="1600"/>
            </a:lvl6pPr>
            <a:lvl7pPr lvl="6" rtl="0">
              <a:spcBef>
                <a:spcPts val="0"/>
              </a:spcBef>
              <a:spcAft>
                <a:spcPts val="0"/>
              </a:spcAft>
              <a:buSzPts val="1600"/>
              <a:buNone/>
              <a:defRPr sz="1600"/>
            </a:lvl7pPr>
            <a:lvl8pPr lvl="7" rtl="0">
              <a:spcBef>
                <a:spcPts val="0"/>
              </a:spcBef>
              <a:spcAft>
                <a:spcPts val="0"/>
              </a:spcAft>
              <a:buSzPts val="1600"/>
              <a:buNone/>
              <a:defRPr sz="1600"/>
            </a:lvl8pPr>
            <a:lvl9pPr lvl="8" rtl="0">
              <a:spcBef>
                <a:spcPts val="0"/>
              </a:spcBef>
              <a:spcAft>
                <a:spcPts val="0"/>
              </a:spcAft>
              <a:buSzPts val="1600"/>
              <a:buNone/>
              <a:defRPr sz="1600"/>
            </a:lvl9pPr>
          </a:lstStyle>
          <a:p>
            <a:endParaRPr/>
          </a:p>
        </p:txBody>
      </p:sp>
      <p:sp>
        <p:nvSpPr>
          <p:cNvPr id="279" name="Google Shape;279;p34"/>
          <p:cNvSpPr txBox="1">
            <a:spLocks noGrp="1"/>
          </p:cNvSpPr>
          <p:nvPr>
            <p:ph type="subTitle" idx="4"/>
          </p:nvPr>
        </p:nvSpPr>
        <p:spPr>
          <a:xfrm>
            <a:off x="4777300" y="2581575"/>
            <a:ext cx="2173200" cy="527400"/>
          </a:xfrm>
          <a:prstGeom prst="rect">
            <a:avLst/>
          </a:prstGeom>
        </p:spPr>
        <p:txBody>
          <a:bodyPr spcFirstLastPara="1" wrap="square" lIns="91425" tIns="91425" rIns="91425" bIns="91425" anchor="ctr" anchorCtr="0">
            <a:noAutofit/>
          </a:bodyPr>
          <a:lstStyle>
            <a:lvl1pPr lvl="0" rtl="0">
              <a:spcBef>
                <a:spcPts val="0"/>
              </a:spcBef>
              <a:spcAft>
                <a:spcPts val="0"/>
              </a:spcAft>
              <a:buSzPts val="1600"/>
              <a:buNone/>
              <a:defRPr sz="1400"/>
            </a:lvl1pPr>
            <a:lvl2pPr lvl="1" rtl="0">
              <a:spcBef>
                <a:spcPts val="0"/>
              </a:spcBef>
              <a:spcAft>
                <a:spcPts val="0"/>
              </a:spcAft>
              <a:buSzPts val="1600"/>
              <a:buNone/>
              <a:defRPr sz="1600"/>
            </a:lvl2pPr>
            <a:lvl3pPr lvl="2" rtl="0">
              <a:spcBef>
                <a:spcPts val="0"/>
              </a:spcBef>
              <a:spcAft>
                <a:spcPts val="0"/>
              </a:spcAft>
              <a:buSzPts val="1600"/>
              <a:buNone/>
              <a:defRPr sz="1600"/>
            </a:lvl3pPr>
            <a:lvl4pPr lvl="3" rtl="0">
              <a:spcBef>
                <a:spcPts val="0"/>
              </a:spcBef>
              <a:spcAft>
                <a:spcPts val="0"/>
              </a:spcAft>
              <a:buSzPts val="1600"/>
              <a:buNone/>
              <a:defRPr sz="1600"/>
            </a:lvl4pPr>
            <a:lvl5pPr lvl="4" rtl="0">
              <a:spcBef>
                <a:spcPts val="0"/>
              </a:spcBef>
              <a:spcAft>
                <a:spcPts val="0"/>
              </a:spcAft>
              <a:buSzPts val="1600"/>
              <a:buNone/>
              <a:defRPr sz="1600"/>
            </a:lvl5pPr>
            <a:lvl6pPr lvl="5" rtl="0">
              <a:spcBef>
                <a:spcPts val="0"/>
              </a:spcBef>
              <a:spcAft>
                <a:spcPts val="0"/>
              </a:spcAft>
              <a:buSzPts val="1600"/>
              <a:buNone/>
              <a:defRPr sz="1600"/>
            </a:lvl6pPr>
            <a:lvl7pPr lvl="6" rtl="0">
              <a:spcBef>
                <a:spcPts val="0"/>
              </a:spcBef>
              <a:spcAft>
                <a:spcPts val="0"/>
              </a:spcAft>
              <a:buSzPts val="1600"/>
              <a:buNone/>
              <a:defRPr sz="1600"/>
            </a:lvl7pPr>
            <a:lvl8pPr lvl="7" rtl="0">
              <a:spcBef>
                <a:spcPts val="0"/>
              </a:spcBef>
              <a:spcAft>
                <a:spcPts val="0"/>
              </a:spcAft>
              <a:buSzPts val="1600"/>
              <a:buNone/>
              <a:defRPr sz="1600"/>
            </a:lvl8pPr>
            <a:lvl9pPr lvl="8" rtl="0">
              <a:spcBef>
                <a:spcPts val="0"/>
              </a:spcBef>
              <a:spcAft>
                <a:spcPts val="0"/>
              </a:spcAft>
              <a:buSzPts val="1600"/>
              <a:buNone/>
              <a:defRPr sz="1600"/>
            </a:lvl9pPr>
          </a:lstStyle>
          <a:p>
            <a:endParaRPr/>
          </a:p>
        </p:txBody>
      </p:sp>
      <p:sp>
        <p:nvSpPr>
          <p:cNvPr id="280" name="Google Shape;280;p34"/>
          <p:cNvSpPr txBox="1">
            <a:spLocks noGrp="1"/>
          </p:cNvSpPr>
          <p:nvPr>
            <p:ph type="subTitle" idx="5"/>
          </p:nvPr>
        </p:nvSpPr>
        <p:spPr>
          <a:xfrm>
            <a:off x="4777300" y="1570325"/>
            <a:ext cx="2173200" cy="527400"/>
          </a:xfrm>
          <a:prstGeom prst="rect">
            <a:avLst/>
          </a:prstGeom>
        </p:spPr>
        <p:txBody>
          <a:bodyPr spcFirstLastPara="1" wrap="square" lIns="91425" tIns="91425" rIns="91425" bIns="91425" anchor="ctr" anchorCtr="0">
            <a:noAutofit/>
          </a:bodyPr>
          <a:lstStyle>
            <a:lvl1pPr lvl="0" rtl="0">
              <a:spcBef>
                <a:spcPts val="0"/>
              </a:spcBef>
              <a:spcAft>
                <a:spcPts val="0"/>
              </a:spcAft>
              <a:buSzPts val="1600"/>
              <a:buNone/>
              <a:defRPr sz="1400"/>
            </a:lvl1pPr>
            <a:lvl2pPr lvl="1" rtl="0">
              <a:spcBef>
                <a:spcPts val="0"/>
              </a:spcBef>
              <a:spcAft>
                <a:spcPts val="0"/>
              </a:spcAft>
              <a:buSzPts val="1600"/>
              <a:buNone/>
              <a:defRPr sz="1600"/>
            </a:lvl2pPr>
            <a:lvl3pPr lvl="2" rtl="0">
              <a:spcBef>
                <a:spcPts val="0"/>
              </a:spcBef>
              <a:spcAft>
                <a:spcPts val="0"/>
              </a:spcAft>
              <a:buSzPts val="1600"/>
              <a:buNone/>
              <a:defRPr sz="1600"/>
            </a:lvl3pPr>
            <a:lvl4pPr lvl="3" rtl="0">
              <a:spcBef>
                <a:spcPts val="0"/>
              </a:spcBef>
              <a:spcAft>
                <a:spcPts val="0"/>
              </a:spcAft>
              <a:buSzPts val="1600"/>
              <a:buNone/>
              <a:defRPr sz="1600"/>
            </a:lvl4pPr>
            <a:lvl5pPr lvl="4" rtl="0">
              <a:spcBef>
                <a:spcPts val="0"/>
              </a:spcBef>
              <a:spcAft>
                <a:spcPts val="0"/>
              </a:spcAft>
              <a:buSzPts val="1600"/>
              <a:buNone/>
              <a:defRPr sz="1600"/>
            </a:lvl5pPr>
            <a:lvl6pPr lvl="5" rtl="0">
              <a:spcBef>
                <a:spcPts val="0"/>
              </a:spcBef>
              <a:spcAft>
                <a:spcPts val="0"/>
              </a:spcAft>
              <a:buSzPts val="1600"/>
              <a:buNone/>
              <a:defRPr sz="1600"/>
            </a:lvl6pPr>
            <a:lvl7pPr lvl="6" rtl="0">
              <a:spcBef>
                <a:spcPts val="0"/>
              </a:spcBef>
              <a:spcAft>
                <a:spcPts val="0"/>
              </a:spcAft>
              <a:buSzPts val="1600"/>
              <a:buNone/>
              <a:defRPr sz="1600"/>
            </a:lvl7pPr>
            <a:lvl8pPr lvl="7" rtl="0">
              <a:spcBef>
                <a:spcPts val="0"/>
              </a:spcBef>
              <a:spcAft>
                <a:spcPts val="0"/>
              </a:spcAft>
              <a:buSzPts val="1600"/>
              <a:buNone/>
              <a:defRPr sz="1600"/>
            </a:lvl8pPr>
            <a:lvl9pPr lvl="8" rtl="0">
              <a:spcBef>
                <a:spcPts val="0"/>
              </a:spcBef>
              <a:spcAft>
                <a:spcPts val="0"/>
              </a:spcAft>
              <a:buSzPts val="1600"/>
              <a:buNone/>
              <a:defRPr sz="1600"/>
            </a:lvl9pPr>
          </a:lstStyle>
          <a:p>
            <a:endParaRPr/>
          </a:p>
        </p:txBody>
      </p:sp>
      <p:sp>
        <p:nvSpPr>
          <p:cNvPr id="281" name="Google Shape;281;p34"/>
          <p:cNvSpPr txBox="1">
            <a:spLocks noGrp="1"/>
          </p:cNvSpPr>
          <p:nvPr>
            <p:ph type="title" idx="6"/>
          </p:nvPr>
        </p:nvSpPr>
        <p:spPr>
          <a:xfrm>
            <a:off x="713225" y="539500"/>
            <a:ext cx="77175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3500"/>
              <a:buFont typeface="Abhaya Libre"/>
              <a:buNone/>
              <a:defRPr/>
            </a:lvl1pPr>
            <a:lvl2pPr lvl="1" rtl="0">
              <a:spcBef>
                <a:spcPts val="0"/>
              </a:spcBef>
              <a:spcAft>
                <a:spcPts val="0"/>
              </a:spcAft>
              <a:buClr>
                <a:schemeClr val="dk1"/>
              </a:buClr>
              <a:buSzPts val="3500"/>
              <a:buFont typeface="Abhaya Libre"/>
              <a:buNone/>
              <a:defRPr sz="3500">
                <a:solidFill>
                  <a:schemeClr val="dk1"/>
                </a:solidFill>
                <a:latin typeface="Abhaya Libre"/>
                <a:ea typeface="Abhaya Libre"/>
                <a:cs typeface="Abhaya Libre"/>
                <a:sym typeface="Abhaya Libre"/>
              </a:defRPr>
            </a:lvl2pPr>
            <a:lvl3pPr lvl="2" rtl="0">
              <a:spcBef>
                <a:spcPts val="0"/>
              </a:spcBef>
              <a:spcAft>
                <a:spcPts val="0"/>
              </a:spcAft>
              <a:buClr>
                <a:schemeClr val="dk1"/>
              </a:buClr>
              <a:buSzPts val="3500"/>
              <a:buFont typeface="Abhaya Libre"/>
              <a:buNone/>
              <a:defRPr sz="3500">
                <a:solidFill>
                  <a:schemeClr val="dk1"/>
                </a:solidFill>
                <a:latin typeface="Abhaya Libre"/>
                <a:ea typeface="Abhaya Libre"/>
                <a:cs typeface="Abhaya Libre"/>
                <a:sym typeface="Abhaya Libre"/>
              </a:defRPr>
            </a:lvl3pPr>
            <a:lvl4pPr lvl="3" rtl="0">
              <a:spcBef>
                <a:spcPts val="0"/>
              </a:spcBef>
              <a:spcAft>
                <a:spcPts val="0"/>
              </a:spcAft>
              <a:buClr>
                <a:schemeClr val="dk1"/>
              </a:buClr>
              <a:buSzPts val="3500"/>
              <a:buFont typeface="Abhaya Libre"/>
              <a:buNone/>
              <a:defRPr sz="3500">
                <a:solidFill>
                  <a:schemeClr val="dk1"/>
                </a:solidFill>
                <a:latin typeface="Abhaya Libre"/>
                <a:ea typeface="Abhaya Libre"/>
                <a:cs typeface="Abhaya Libre"/>
                <a:sym typeface="Abhaya Libre"/>
              </a:defRPr>
            </a:lvl4pPr>
            <a:lvl5pPr lvl="4" rtl="0">
              <a:spcBef>
                <a:spcPts val="0"/>
              </a:spcBef>
              <a:spcAft>
                <a:spcPts val="0"/>
              </a:spcAft>
              <a:buClr>
                <a:schemeClr val="dk1"/>
              </a:buClr>
              <a:buSzPts val="3500"/>
              <a:buFont typeface="Abhaya Libre"/>
              <a:buNone/>
              <a:defRPr sz="3500">
                <a:solidFill>
                  <a:schemeClr val="dk1"/>
                </a:solidFill>
                <a:latin typeface="Abhaya Libre"/>
                <a:ea typeface="Abhaya Libre"/>
                <a:cs typeface="Abhaya Libre"/>
                <a:sym typeface="Abhaya Libre"/>
              </a:defRPr>
            </a:lvl5pPr>
            <a:lvl6pPr lvl="5" rtl="0">
              <a:spcBef>
                <a:spcPts val="0"/>
              </a:spcBef>
              <a:spcAft>
                <a:spcPts val="0"/>
              </a:spcAft>
              <a:buClr>
                <a:schemeClr val="dk1"/>
              </a:buClr>
              <a:buSzPts val="3500"/>
              <a:buFont typeface="Abhaya Libre"/>
              <a:buNone/>
              <a:defRPr sz="3500">
                <a:solidFill>
                  <a:schemeClr val="dk1"/>
                </a:solidFill>
                <a:latin typeface="Abhaya Libre"/>
                <a:ea typeface="Abhaya Libre"/>
                <a:cs typeface="Abhaya Libre"/>
                <a:sym typeface="Abhaya Libre"/>
              </a:defRPr>
            </a:lvl6pPr>
            <a:lvl7pPr lvl="6" rtl="0">
              <a:spcBef>
                <a:spcPts val="0"/>
              </a:spcBef>
              <a:spcAft>
                <a:spcPts val="0"/>
              </a:spcAft>
              <a:buClr>
                <a:schemeClr val="dk1"/>
              </a:buClr>
              <a:buSzPts val="3500"/>
              <a:buFont typeface="Abhaya Libre"/>
              <a:buNone/>
              <a:defRPr sz="3500">
                <a:solidFill>
                  <a:schemeClr val="dk1"/>
                </a:solidFill>
                <a:latin typeface="Abhaya Libre"/>
                <a:ea typeface="Abhaya Libre"/>
                <a:cs typeface="Abhaya Libre"/>
                <a:sym typeface="Abhaya Libre"/>
              </a:defRPr>
            </a:lvl7pPr>
            <a:lvl8pPr lvl="7" rtl="0">
              <a:spcBef>
                <a:spcPts val="0"/>
              </a:spcBef>
              <a:spcAft>
                <a:spcPts val="0"/>
              </a:spcAft>
              <a:buClr>
                <a:schemeClr val="dk1"/>
              </a:buClr>
              <a:buSzPts val="3500"/>
              <a:buFont typeface="Abhaya Libre"/>
              <a:buNone/>
              <a:defRPr sz="3500">
                <a:solidFill>
                  <a:schemeClr val="dk1"/>
                </a:solidFill>
                <a:latin typeface="Abhaya Libre"/>
                <a:ea typeface="Abhaya Libre"/>
                <a:cs typeface="Abhaya Libre"/>
                <a:sym typeface="Abhaya Libre"/>
              </a:defRPr>
            </a:lvl8pPr>
            <a:lvl9pPr lvl="8" rtl="0">
              <a:spcBef>
                <a:spcPts val="0"/>
              </a:spcBef>
              <a:spcAft>
                <a:spcPts val="0"/>
              </a:spcAft>
              <a:buClr>
                <a:schemeClr val="dk1"/>
              </a:buClr>
              <a:buSzPts val="3500"/>
              <a:buFont typeface="Abhaya Libre"/>
              <a:buNone/>
              <a:defRPr sz="3500">
                <a:solidFill>
                  <a:schemeClr val="dk1"/>
                </a:solidFill>
                <a:latin typeface="Abhaya Libre"/>
                <a:ea typeface="Abhaya Libre"/>
                <a:cs typeface="Abhaya Libre"/>
                <a:sym typeface="Abhaya Libre"/>
              </a:defRPr>
            </a:lvl9pPr>
          </a:lstStyle>
          <a:p>
            <a:endParaRPr/>
          </a:p>
        </p:txBody>
      </p:sp>
      <p:pic>
        <p:nvPicPr>
          <p:cNvPr id="282" name="Google Shape;282;p34"/>
          <p:cNvPicPr preferRelativeResize="0"/>
          <p:nvPr/>
        </p:nvPicPr>
        <p:blipFill>
          <a:blip r:embed="rId3">
            <a:alphaModFix/>
          </a:blip>
          <a:stretch>
            <a:fillRect/>
          </a:stretch>
        </p:blipFill>
        <p:spPr>
          <a:xfrm rot="8100000" flipH="1">
            <a:off x="-4200897" y="582463"/>
            <a:ext cx="7657246" cy="8935621"/>
          </a:xfrm>
          <a:prstGeom prst="rect">
            <a:avLst/>
          </a:prstGeom>
          <a:noFill/>
          <a:ln>
            <a:noFill/>
          </a:ln>
        </p:spPr>
      </p:pic>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Background">
  <p:cSld name="CUSTOM_24">
    <p:spTree>
      <p:nvGrpSpPr>
        <p:cNvPr id="1" name="Shape 362"/>
        <p:cNvGrpSpPr/>
        <p:nvPr/>
      </p:nvGrpSpPr>
      <p:grpSpPr>
        <a:xfrm>
          <a:off x="0" y="0"/>
          <a:ext cx="0" cy="0"/>
          <a:chOff x="0" y="0"/>
          <a:chExt cx="0" cy="0"/>
        </a:xfrm>
      </p:grpSpPr>
      <p:pic>
        <p:nvPicPr>
          <p:cNvPr id="363" name="Google Shape;363;p40"/>
          <p:cNvPicPr preferRelativeResize="0"/>
          <p:nvPr/>
        </p:nvPicPr>
        <p:blipFill>
          <a:blip r:embed="rId2">
            <a:alphaModFix/>
          </a:blip>
          <a:stretch>
            <a:fillRect/>
          </a:stretch>
        </p:blipFill>
        <p:spPr>
          <a:xfrm>
            <a:off x="-1" y="-361900"/>
            <a:ext cx="9144003" cy="6518663"/>
          </a:xfrm>
          <a:prstGeom prst="rect">
            <a:avLst/>
          </a:prstGeom>
          <a:noFill/>
          <a:ln>
            <a:noFill/>
          </a:ln>
        </p:spPr>
      </p:pic>
      <p:pic>
        <p:nvPicPr>
          <p:cNvPr id="364" name="Google Shape;364;p40"/>
          <p:cNvPicPr preferRelativeResize="0"/>
          <p:nvPr/>
        </p:nvPicPr>
        <p:blipFill>
          <a:blip r:embed="rId3">
            <a:alphaModFix/>
          </a:blip>
          <a:stretch>
            <a:fillRect/>
          </a:stretch>
        </p:blipFill>
        <p:spPr>
          <a:xfrm rot="-2700000" flipH="1">
            <a:off x="4492080" y="1146832"/>
            <a:ext cx="7657246" cy="8935629"/>
          </a:xfrm>
          <a:prstGeom prst="rect">
            <a:avLst/>
          </a:prstGeom>
          <a:noFill/>
          <a:ln>
            <a:noFill/>
          </a:ln>
        </p:spPr>
      </p:pic>
      <p:grpSp>
        <p:nvGrpSpPr>
          <p:cNvPr id="365" name="Google Shape;365;p40"/>
          <p:cNvGrpSpPr/>
          <p:nvPr/>
        </p:nvGrpSpPr>
        <p:grpSpPr>
          <a:xfrm>
            <a:off x="512250" y="262450"/>
            <a:ext cx="1660050" cy="554100"/>
            <a:chOff x="439750" y="360325"/>
            <a:chExt cx="1660050" cy="554100"/>
          </a:xfrm>
        </p:grpSpPr>
        <p:sp>
          <p:nvSpPr>
            <p:cNvPr id="366" name="Google Shape;366;p40"/>
            <p:cNvSpPr/>
            <p:nvPr/>
          </p:nvSpPr>
          <p:spPr>
            <a:xfrm>
              <a:off x="439750" y="360325"/>
              <a:ext cx="600900" cy="554100"/>
            </a:xfrm>
            <a:prstGeom prst="chevron">
              <a:avLst>
                <a:gd name="adj" fmla="val 50000"/>
              </a:avLst>
            </a:prstGeom>
            <a:no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7" name="Google Shape;367;p40"/>
            <p:cNvSpPr/>
            <p:nvPr/>
          </p:nvSpPr>
          <p:spPr>
            <a:xfrm>
              <a:off x="959725" y="360325"/>
              <a:ext cx="600900" cy="554100"/>
            </a:xfrm>
            <a:prstGeom prst="chevron">
              <a:avLst>
                <a:gd name="adj" fmla="val 50000"/>
              </a:avLst>
            </a:prstGeom>
            <a:no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8" name="Google Shape;368;p40"/>
            <p:cNvSpPr/>
            <p:nvPr/>
          </p:nvSpPr>
          <p:spPr>
            <a:xfrm>
              <a:off x="1498900" y="360325"/>
              <a:ext cx="600900" cy="554100"/>
            </a:xfrm>
            <a:prstGeom prst="chevron">
              <a:avLst>
                <a:gd name="adj" fmla="val 50000"/>
              </a:avLst>
            </a:prstGeom>
            <a:no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Background 1">
  <p:cSld name="CUSTOM_25">
    <p:spTree>
      <p:nvGrpSpPr>
        <p:cNvPr id="1" name="Shape 369"/>
        <p:cNvGrpSpPr/>
        <p:nvPr/>
      </p:nvGrpSpPr>
      <p:grpSpPr>
        <a:xfrm>
          <a:off x="0" y="0"/>
          <a:ext cx="0" cy="0"/>
          <a:chOff x="0" y="0"/>
          <a:chExt cx="0" cy="0"/>
        </a:xfrm>
      </p:grpSpPr>
      <p:pic>
        <p:nvPicPr>
          <p:cNvPr id="370" name="Google Shape;370;p41"/>
          <p:cNvPicPr preferRelativeResize="0"/>
          <p:nvPr/>
        </p:nvPicPr>
        <p:blipFill>
          <a:blip r:embed="rId2">
            <a:alphaModFix/>
          </a:blip>
          <a:stretch>
            <a:fillRect/>
          </a:stretch>
        </p:blipFill>
        <p:spPr>
          <a:xfrm>
            <a:off x="-1" y="-361900"/>
            <a:ext cx="9144003" cy="6518663"/>
          </a:xfrm>
          <a:prstGeom prst="rect">
            <a:avLst/>
          </a:prstGeom>
          <a:noFill/>
          <a:ln>
            <a:noFill/>
          </a:ln>
        </p:spPr>
      </p:pic>
      <p:pic>
        <p:nvPicPr>
          <p:cNvPr id="371" name="Google Shape;371;p41"/>
          <p:cNvPicPr preferRelativeResize="0"/>
          <p:nvPr/>
        </p:nvPicPr>
        <p:blipFill>
          <a:blip r:embed="rId3">
            <a:alphaModFix/>
          </a:blip>
          <a:stretch>
            <a:fillRect/>
          </a:stretch>
        </p:blipFill>
        <p:spPr>
          <a:xfrm rot="2700000">
            <a:off x="-3755595" y="-3837918"/>
            <a:ext cx="7657246" cy="8935629"/>
          </a:xfrm>
          <a:prstGeom prst="rect">
            <a:avLst/>
          </a:prstGeom>
          <a:noFill/>
          <a:ln>
            <a:noFill/>
          </a:ln>
        </p:spPr>
      </p:pic>
      <p:grpSp>
        <p:nvGrpSpPr>
          <p:cNvPr id="372" name="Google Shape;372;p41"/>
          <p:cNvGrpSpPr/>
          <p:nvPr/>
        </p:nvGrpSpPr>
        <p:grpSpPr>
          <a:xfrm>
            <a:off x="6770725" y="4313850"/>
            <a:ext cx="1660050" cy="554100"/>
            <a:chOff x="439750" y="360325"/>
            <a:chExt cx="1660050" cy="554100"/>
          </a:xfrm>
        </p:grpSpPr>
        <p:sp>
          <p:nvSpPr>
            <p:cNvPr id="373" name="Google Shape;373;p41"/>
            <p:cNvSpPr/>
            <p:nvPr/>
          </p:nvSpPr>
          <p:spPr>
            <a:xfrm>
              <a:off x="439750" y="360325"/>
              <a:ext cx="600900" cy="554100"/>
            </a:xfrm>
            <a:prstGeom prst="chevron">
              <a:avLst>
                <a:gd name="adj" fmla="val 50000"/>
              </a:avLst>
            </a:prstGeom>
            <a:no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4" name="Google Shape;374;p41"/>
            <p:cNvSpPr/>
            <p:nvPr/>
          </p:nvSpPr>
          <p:spPr>
            <a:xfrm>
              <a:off x="959725" y="360325"/>
              <a:ext cx="600900" cy="554100"/>
            </a:xfrm>
            <a:prstGeom prst="chevron">
              <a:avLst>
                <a:gd name="adj" fmla="val 50000"/>
              </a:avLst>
            </a:prstGeom>
            <a:no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5" name="Google Shape;375;p41"/>
            <p:cNvSpPr/>
            <p:nvPr/>
          </p:nvSpPr>
          <p:spPr>
            <a:xfrm>
              <a:off x="1498900" y="360325"/>
              <a:ext cx="600900" cy="554100"/>
            </a:xfrm>
            <a:prstGeom prst="chevron">
              <a:avLst>
                <a:gd name="adj" fmla="val 50000"/>
              </a:avLst>
            </a:prstGeom>
            <a:no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gradFill>
          <a:gsLst>
            <a:gs pos="0">
              <a:srgbClr val="004651"/>
            </a:gs>
            <a:gs pos="100000">
              <a:srgbClr val="000607"/>
            </a:gs>
          </a:gsLst>
          <a:path path="circle">
            <a:fillToRect l="50000" t="50000" r="50000" b="50000"/>
          </a:path>
          <a:tileRect/>
        </a:gra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713225" y="539500"/>
            <a:ext cx="7717500" cy="572700"/>
          </a:xfrm>
          <a:prstGeom prst="rect">
            <a:avLst/>
          </a:prstGeom>
          <a:noFill/>
          <a:ln>
            <a:noFill/>
          </a:ln>
        </p:spPr>
        <p:txBody>
          <a:bodyPr spcFirstLastPara="1" wrap="square" lIns="91425" tIns="91425" rIns="91425" bIns="91425" anchor="t" anchorCtr="0">
            <a:noAutofit/>
          </a:bodyPr>
          <a:lstStyle>
            <a:lvl1pPr lvl="0" rtl="0">
              <a:spcBef>
                <a:spcPts val="0"/>
              </a:spcBef>
              <a:spcAft>
                <a:spcPts val="0"/>
              </a:spcAft>
              <a:buClr>
                <a:schemeClr val="lt1"/>
              </a:buClr>
              <a:buSzPts val="2800"/>
              <a:buFont typeface="Aldrich"/>
              <a:buNone/>
              <a:defRPr sz="2800" b="1">
                <a:solidFill>
                  <a:schemeClr val="lt1"/>
                </a:solidFill>
                <a:latin typeface="Aldrich"/>
                <a:ea typeface="Aldrich"/>
                <a:cs typeface="Aldrich"/>
                <a:sym typeface="Aldrich"/>
              </a:defRPr>
            </a:lvl1pPr>
            <a:lvl2pPr lvl="1" rtl="0">
              <a:spcBef>
                <a:spcPts val="0"/>
              </a:spcBef>
              <a:spcAft>
                <a:spcPts val="0"/>
              </a:spcAft>
              <a:buClr>
                <a:schemeClr val="lt1"/>
              </a:buClr>
              <a:buSzPts val="2800"/>
              <a:buFont typeface="Aldrich"/>
              <a:buNone/>
              <a:defRPr sz="2800" b="1">
                <a:solidFill>
                  <a:schemeClr val="lt1"/>
                </a:solidFill>
                <a:latin typeface="Aldrich"/>
                <a:ea typeface="Aldrich"/>
                <a:cs typeface="Aldrich"/>
                <a:sym typeface="Aldrich"/>
              </a:defRPr>
            </a:lvl2pPr>
            <a:lvl3pPr lvl="2" rtl="0">
              <a:spcBef>
                <a:spcPts val="0"/>
              </a:spcBef>
              <a:spcAft>
                <a:spcPts val="0"/>
              </a:spcAft>
              <a:buClr>
                <a:schemeClr val="lt1"/>
              </a:buClr>
              <a:buSzPts val="2800"/>
              <a:buFont typeface="Aldrich"/>
              <a:buNone/>
              <a:defRPr sz="2800" b="1">
                <a:solidFill>
                  <a:schemeClr val="lt1"/>
                </a:solidFill>
                <a:latin typeface="Aldrich"/>
                <a:ea typeface="Aldrich"/>
                <a:cs typeface="Aldrich"/>
                <a:sym typeface="Aldrich"/>
              </a:defRPr>
            </a:lvl3pPr>
            <a:lvl4pPr lvl="3" rtl="0">
              <a:spcBef>
                <a:spcPts val="0"/>
              </a:spcBef>
              <a:spcAft>
                <a:spcPts val="0"/>
              </a:spcAft>
              <a:buClr>
                <a:schemeClr val="lt1"/>
              </a:buClr>
              <a:buSzPts val="2800"/>
              <a:buFont typeface="Aldrich"/>
              <a:buNone/>
              <a:defRPr sz="2800" b="1">
                <a:solidFill>
                  <a:schemeClr val="lt1"/>
                </a:solidFill>
                <a:latin typeface="Aldrich"/>
                <a:ea typeface="Aldrich"/>
                <a:cs typeface="Aldrich"/>
                <a:sym typeface="Aldrich"/>
              </a:defRPr>
            </a:lvl4pPr>
            <a:lvl5pPr lvl="4" rtl="0">
              <a:spcBef>
                <a:spcPts val="0"/>
              </a:spcBef>
              <a:spcAft>
                <a:spcPts val="0"/>
              </a:spcAft>
              <a:buClr>
                <a:schemeClr val="lt1"/>
              </a:buClr>
              <a:buSzPts val="2800"/>
              <a:buFont typeface="Aldrich"/>
              <a:buNone/>
              <a:defRPr sz="2800" b="1">
                <a:solidFill>
                  <a:schemeClr val="lt1"/>
                </a:solidFill>
                <a:latin typeface="Aldrich"/>
                <a:ea typeface="Aldrich"/>
                <a:cs typeface="Aldrich"/>
                <a:sym typeface="Aldrich"/>
              </a:defRPr>
            </a:lvl5pPr>
            <a:lvl6pPr lvl="5" rtl="0">
              <a:spcBef>
                <a:spcPts val="0"/>
              </a:spcBef>
              <a:spcAft>
                <a:spcPts val="0"/>
              </a:spcAft>
              <a:buClr>
                <a:schemeClr val="lt1"/>
              </a:buClr>
              <a:buSzPts val="2800"/>
              <a:buFont typeface="Aldrich"/>
              <a:buNone/>
              <a:defRPr sz="2800" b="1">
                <a:solidFill>
                  <a:schemeClr val="lt1"/>
                </a:solidFill>
                <a:latin typeface="Aldrich"/>
                <a:ea typeface="Aldrich"/>
                <a:cs typeface="Aldrich"/>
                <a:sym typeface="Aldrich"/>
              </a:defRPr>
            </a:lvl6pPr>
            <a:lvl7pPr lvl="6" rtl="0">
              <a:spcBef>
                <a:spcPts val="0"/>
              </a:spcBef>
              <a:spcAft>
                <a:spcPts val="0"/>
              </a:spcAft>
              <a:buClr>
                <a:schemeClr val="lt1"/>
              </a:buClr>
              <a:buSzPts val="2800"/>
              <a:buFont typeface="Aldrich"/>
              <a:buNone/>
              <a:defRPr sz="2800" b="1">
                <a:solidFill>
                  <a:schemeClr val="lt1"/>
                </a:solidFill>
                <a:latin typeface="Aldrich"/>
                <a:ea typeface="Aldrich"/>
                <a:cs typeface="Aldrich"/>
                <a:sym typeface="Aldrich"/>
              </a:defRPr>
            </a:lvl7pPr>
            <a:lvl8pPr lvl="7" rtl="0">
              <a:spcBef>
                <a:spcPts val="0"/>
              </a:spcBef>
              <a:spcAft>
                <a:spcPts val="0"/>
              </a:spcAft>
              <a:buClr>
                <a:schemeClr val="lt1"/>
              </a:buClr>
              <a:buSzPts val="2800"/>
              <a:buFont typeface="Aldrich"/>
              <a:buNone/>
              <a:defRPr sz="2800" b="1">
                <a:solidFill>
                  <a:schemeClr val="lt1"/>
                </a:solidFill>
                <a:latin typeface="Aldrich"/>
                <a:ea typeface="Aldrich"/>
                <a:cs typeface="Aldrich"/>
                <a:sym typeface="Aldrich"/>
              </a:defRPr>
            </a:lvl8pPr>
            <a:lvl9pPr lvl="8" rtl="0">
              <a:spcBef>
                <a:spcPts val="0"/>
              </a:spcBef>
              <a:spcAft>
                <a:spcPts val="0"/>
              </a:spcAft>
              <a:buClr>
                <a:schemeClr val="lt1"/>
              </a:buClr>
              <a:buSzPts val="2800"/>
              <a:buFont typeface="Aldrich"/>
              <a:buNone/>
              <a:defRPr sz="2800" b="1">
                <a:solidFill>
                  <a:schemeClr val="lt1"/>
                </a:solidFill>
                <a:latin typeface="Aldrich"/>
                <a:ea typeface="Aldrich"/>
                <a:cs typeface="Aldrich"/>
                <a:sym typeface="Aldrich"/>
              </a:defRPr>
            </a:lvl9pPr>
          </a:lstStyle>
          <a:p>
            <a:endParaRPr/>
          </a:p>
        </p:txBody>
      </p:sp>
      <p:sp>
        <p:nvSpPr>
          <p:cNvPr id="7" name="Google Shape;7;p1"/>
          <p:cNvSpPr txBox="1">
            <a:spLocks noGrp="1"/>
          </p:cNvSpPr>
          <p:nvPr>
            <p:ph type="body" idx="1"/>
          </p:nvPr>
        </p:nvSpPr>
        <p:spPr>
          <a:xfrm>
            <a:off x="713225" y="1246950"/>
            <a:ext cx="7717500" cy="3416400"/>
          </a:xfrm>
          <a:prstGeom prst="rect">
            <a:avLst/>
          </a:prstGeom>
          <a:noFill/>
          <a:ln>
            <a:noFill/>
          </a:ln>
        </p:spPr>
        <p:txBody>
          <a:bodyPr spcFirstLastPara="1" wrap="square" lIns="91425" tIns="91425" rIns="91425" bIns="91425" anchor="t" anchorCtr="0">
            <a:noAutofit/>
          </a:bodyPr>
          <a:lstStyle>
            <a:lvl1pPr marL="457200" lvl="0" indent="-342900">
              <a:lnSpc>
                <a:spcPct val="100000"/>
              </a:lnSpc>
              <a:spcBef>
                <a:spcPts val="0"/>
              </a:spcBef>
              <a:spcAft>
                <a:spcPts val="0"/>
              </a:spcAft>
              <a:buClr>
                <a:schemeClr val="lt1"/>
              </a:buClr>
              <a:buSzPts val="1800"/>
              <a:buFont typeface="Advent Pro Medium"/>
              <a:buChar char="●"/>
              <a:defRPr sz="1800">
                <a:solidFill>
                  <a:schemeClr val="lt1"/>
                </a:solidFill>
                <a:latin typeface="Advent Pro Medium"/>
                <a:ea typeface="Advent Pro Medium"/>
                <a:cs typeface="Advent Pro Medium"/>
                <a:sym typeface="Advent Pro Medium"/>
              </a:defRPr>
            </a:lvl1pPr>
            <a:lvl2pPr marL="914400" lvl="1" indent="-317500">
              <a:lnSpc>
                <a:spcPct val="100000"/>
              </a:lnSpc>
              <a:spcBef>
                <a:spcPts val="0"/>
              </a:spcBef>
              <a:spcAft>
                <a:spcPts val="0"/>
              </a:spcAft>
              <a:buClr>
                <a:schemeClr val="lt1"/>
              </a:buClr>
              <a:buSzPts val="1400"/>
              <a:buFont typeface="Advent Pro Medium"/>
              <a:buChar char="○"/>
              <a:defRPr>
                <a:solidFill>
                  <a:schemeClr val="lt1"/>
                </a:solidFill>
                <a:latin typeface="Advent Pro Medium"/>
                <a:ea typeface="Advent Pro Medium"/>
                <a:cs typeface="Advent Pro Medium"/>
                <a:sym typeface="Advent Pro Medium"/>
              </a:defRPr>
            </a:lvl2pPr>
            <a:lvl3pPr marL="1371600" lvl="2" indent="-317500">
              <a:lnSpc>
                <a:spcPct val="100000"/>
              </a:lnSpc>
              <a:spcBef>
                <a:spcPts val="0"/>
              </a:spcBef>
              <a:spcAft>
                <a:spcPts val="0"/>
              </a:spcAft>
              <a:buClr>
                <a:schemeClr val="lt1"/>
              </a:buClr>
              <a:buSzPts val="1400"/>
              <a:buFont typeface="Advent Pro Medium"/>
              <a:buChar char="■"/>
              <a:defRPr>
                <a:solidFill>
                  <a:schemeClr val="lt1"/>
                </a:solidFill>
                <a:latin typeface="Advent Pro Medium"/>
                <a:ea typeface="Advent Pro Medium"/>
                <a:cs typeface="Advent Pro Medium"/>
                <a:sym typeface="Advent Pro Medium"/>
              </a:defRPr>
            </a:lvl3pPr>
            <a:lvl4pPr marL="1828800" lvl="3" indent="-317500">
              <a:lnSpc>
                <a:spcPct val="100000"/>
              </a:lnSpc>
              <a:spcBef>
                <a:spcPts val="0"/>
              </a:spcBef>
              <a:spcAft>
                <a:spcPts val="0"/>
              </a:spcAft>
              <a:buClr>
                <a:schemeClr val="lt1"/>
              </a:buClr>
              <a:buSzPts val="1400"/>
              <a:buFont typeface="Advent Pro Medium"/>
              <a:buChar char="●"/>
              <a:defRPr>
                <a:solidFill>
                  <a:schemeClr val="lt1"/>
                </a:solidFill>
                <a:latin typeface="Advent Pro Medium"/>
                <a:ea typeface="Advent Pro Medium"/>
                <a:cs typeface="Advent Pro Medium"/>
                <a:sym typeface="Advent Pro Medium"/>
              </a:defRPr>
            </a:lvl4pPr>
            <a:lvl5pPr marL="2286000" lvl="4" indent="-317500">
              <a:lnSpc>
                <a:spcPct val="100000"/>
              </a:lnSpc>
              <a:spcBef>
                <a:spcPts val="0"/>
              </a:spcBef>
              <a:spcAft>
                <a:spcPts val="0"/>
              </a:spcAft>
              <a:buClr>
                <a:schemeClr val="lt1"/>
              </a:buClr>
              <a:buSzPts val="1400"/>
              <a:buFont typeface="Advent Pro Medium"/>
              <a:buChar char="○"/>
              <a:defRPr>
                <a:solidFill>
                  <a:schemeClr val="lt1"/>
                </a:solidFill>
                <a:latin typeface="Advent Pro Medium"/>
                <a:ea typeface="Advent Pro Medium"/>
                <a:cs typeface="Advent Pro Medium"/>
                <a:sym typeface="Advent Pro Medium"/>
              </a:defRPr>
            </a:lvl5pPr>
            <a:lvl6pPr marL="2743200" lvl="5" indent="-317500">
              <a:lnSpc>
                <a:spcPct val="100000"/>
              </a:lnSpc>
              <a:spcBef>
                <a:spcPts val="0"/>
              </a:spcBef>
              <a:spcAft>
                <a:spcPts val="0"/>
              </a:spcAft>
              <a:buClr>
                <a:schemeClr val="lt1"/>
              </a:buClr>
              <a:buSzPts val="1400"/>
              <a:buFont typeface="Advent Pro Medium"/>
              <a:buChar char="■"/>
              <a:defRPr>
                <a:solidFill>
                  <a:schemeClr val="lt1"/>
                </a:solidFill>
                <a:latin typeface="Advent Pro Medium"/>
                <a:ea typeface="Advent Pro Medium"/>
                <a:cs typeface="Advent Pro Medium"/>
                <a:sym typeface="Advent Pro Medium"/>
              </a:defRPr>
            </a:lvl6pPr>
            <a:lvl7pPr marL="3200400" lvl="6" indent="-317500">
              <a:lnSpc>
                <a:spcPct val="100000"/>
              </a:lnSpc>
              <a:spcBef>
                <a:spcPts val="0"/>
              </a:spcBef>
              <a:spcAft>
                <a:spcPts val="0"/>
              </a:spcAft>
              <a:buClr>
                <a:schemeClr val="lt1"/>
              </a:buClr>
              <a:buSzPts val="1400"/>
              <a:buFont typeface="Advent Pro Medium"/>
              <a:buChar char="●"/>
              <a:defRPr>
                <a:solidFill>
                  <a:schemeClr val="lt1"/>
                </a:solidFill>
                <a:latin typeface="Advent Pro Medium"/>
                <a:ea typeface="Advent Pro Medium"/>
                <a:cs typeface="Advent Pro Medium"/>
                <a:sym typeface="Advent Pro Medium"/>
              </a:defRPr>
            </a:lvl7pPr>
            <a:lvl8pPr marL="3657600" lvl="7" indent="-317500">
              <a:lnSpc>
                <a:spcPct val="100000"/>
              </a:lnSpc>
              <a:spcBef>
                <a:spcPts val="0"/>
              </a:spcBef>
              <a:spcAft>
                <a:spcPts val="0"/>
              </a:spcAft>
              <a:buClr>
                <a:schemeClr val="lt1"/>
              </a:buClr>
              <a:buSzPts val="1400"/>
              <a:buFont typeface="Advent Pro Medium"/>
              <a:buChar char="○"/>
              <a:defRPr>
                <a:solidFill>
                  <a:schemeClr val="lt1"/>
                </a:solidFill>
                <a:latin typeface="Advent Pro Medium"/>
                <a:ea typeface="Advent Pro Medium"/>
                <a:cs typeface="Advent Pro Medium"/>
                <a:sym typeface="Advent Pro Medium"/>
              </a:defRPr>
            </a:lvl8pPr>
            <a:lvl9pPr marL="4114800" lvl="8" indent="-317500">
              <a:lnSpc>
                <a:spcPct val="100000"/>
              </a:lnSpc>
              <a:spcBef>
                <a:spcPts val="0"/>
              </a:spcBef>
              <a:spcAft>
                <a:spcPts val="0"/>
              </a:spcAft>
              <a:buClr>
                <a:schemeClr val="lt1"/>
              </a:buClr>
              <a:buSzPts val="1400"/>
              <a:buFont typeface="Advent Pro Medium"/>
              <a:buChar char="■"/>
              <a:defRPr>
                <a:solidFill>
                  <a:schemeClr val="lt1"/>
                </a:solidFill>
                <a:latin typeface="Advent Pro Medium"/>
                <a:ea typeface="Advent Pro Medium"/>
                <a:cs typeface="Advent Pro Medium"/>
                <a:sym typeface="Advent Pro Medium"/>
              </a:defRPr>
            </a:lvl9pPr>
          </a:lstStyle>
          <a:p>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4" r:id="rId4"/>
    <p:sldLayoutId id="2147483658" r:id="rId5"/>
    <p:sldLayoutId id="2147483659" r:id="rId6"/>
    <p:sldLayoutId id="2147483660" r:id="rId7"/>
    <p:sldLayoutId id="2147483661" r:id="rId8"/>
    <p:sldLayoutId id="2147483662" r:id="rId9"/>
    <p:sldLayoutId id="2147483670" r:id="rId10"/>
    <p:sldLayoutId id="2147483680" r:id="rId11"/>
    <p:sldLayoutId id="2147483686" r:id="rId12"/>
    <p:sldLayoutId id="2147483687" r:id="rId13"/>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extLst>
    <p:ext uri="{27BBF7A9-308A-43DC-89C8-2F10F3537804}">
      <p15:sldGuideLst xmlns:p15="http://schemas.microsoft.com/office/powerpoint/2012/main">
        <p15:guide id="1" orient="horz" pos="340">
          <p15:clr>
            <a:srgbClr val="EA4335"/>
          </p15:clr>
        </p15:guide>
        <p15:guide id="2" pos="449">
          <p15:clr>
            <a:srgbClr val="EA4335"/>
          </p15:clr>
        </p15:guide>
        <p15:guide id="3" pos="5311">
          <p15:clr>
            <a:srgbClr val="EA4335"/>
          </p15:clr>
        </p15:guide>
        <p15:guide id="4" orient="horz" pos="2903">
          <p15:clr>
            <a:srgbClr val="EA4335"/>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7.pn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6.xml"/><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8.xml"/></Relationships>
</file>

<file path=ppt/slides/_rels/slide1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8.xml"/><Relationship Id="rId1" Type="http://schemas.openxmlformats.org/officeDocument/2006/relationships/slideLayout" Target="../slideLayouts/slideLayout11.xml"/></Relationships>
</file>

<file path=ppt/slides/_rels/slide1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9.xml"/><Relationship Id="rId1" Type="http://schemas.openxmlformats.org/officeDocument/2006/relationships/slideLayout" Target="../slideLayouts/slideLayout9.xml"/></Relationships>
</file>

<file path=ppt/slides/_rels/slide16.xml.rels><?xml version="1.0" encoding="UTF-8" standalone="yes"?>
<Relationships xmlns="http://schemas.openxmlformats.org/package/2006/relationships"><Relationship Id="rId3" Type="http://schemas.openxmlformats.org/officeDocument/2006/relationships/image" Target="../media/image16.tmp"/><Relationship Id="rId2" Type="http://schemas.openxmlformats.org/officeDocument/2006/relationships/image" Target="../media/image15.tmp"/><Relationship Id="rId1" Type="http://schemas.openxmlformats.org/officeDocument/2006/relationships/slideLayout" Target="../slideLayouts/slideLayout9.xml"/><Relationship Id="rId4" Type="http://schemas.openxmlformats.org/officeDocument/2006/relationships/image" Target="../media/image17.tmp"/></Relationships>
</file>

<file path=ppt/slides/_rels/slide17.xml.rels><?xml version="1.0" encoding="UTF-8" standalone="yes"?>
<Relationships xmlns="http://schemas.openxmlformats.org/package/2006/relationships"><Relationship Id="rId3" Type="http://schemas.openxmlformats.org/officeDocument/2006/relationships/image" Target="../media/image19.tmp"/><Relationship Id="rId2" Type="http://schemas.openxmlformats.org/officeDocument/2006/relationships/image" Target="../media/image18.tmp"/><Relationship Id="rId1" Type="http://schemas.openxmlformats.org/officeDocument/2006/relationships/slideLayout" Target="../slideLayouts/slideLayout9.xml"/><Relationship Id="rId5" Type="http://schemas.openxmlformats.org/officeDocument/2006/relationships/image" Target="../media/image21.tmp"/><Relationship Id="rId4" Type="http://schemas.openxmlformats.org/officeDocument/2006/relationships/image" Target="../media/image20.tmp"/></Relationships>
</file>

<file path=ppt/slides/_rels/slide18.xml.rels><?xml version="1.0" encoding="UTF-8" standalone="yes"?>
<Relationships xmlns="http://schemas.openxmlformats.org/package/2006/relationships"><Relationship Id="rId3" Type="http://schemas.openxmlformats.org/officeDocument/2006/relationships/image" Target="../media/image23.tmp"/><Relationship Id="rId2" Type="http://schemas.openxmlformats.org/officeDocument/2006/relationships/image" Target="../media/image22.tmp"/><Relationship Id="rId1" Type="http://schemas.openxmlformats.org/officeDocument/2006/relationships/slideLayout" Target="../slideLayouts/slideLayout9.xml"/><Relationship Id="rId4" Type="http://schemas.openxmlformats.org/officeDocument/2006/relationships/image" Target="../media/image24.tmp"/></Relationships>
</file>

<file path=ppt/slides/_rels/slide1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1.xml"/></Relationships>
</file>

<file path=ppt/slides/slide1.xml><?xml version="1.0" encoding="utf-8"?>
<p:sld xmlns:a="http://schemas.openxmlformats.org/drawingml/2006/main" xmlns:r="http://schemas.openxmlformats.org/officeDocument/2006/relationships" xmlns:p="http://schemas.openxmlformats.org/presentationml/2006/main">
  <p:cSld>
    <p:bg>
      <p:bgPr>
        <a:gradFill>
          <a:gsLst>
            <a:gs pos="0">
              <a:srgbClr val="004651"/>
            </a:gs>
            <a:gs pos="100000">
              <a:srgbClr val="000607"/>
            </a:gs>
          </a:gsLst>
          <a:path path="circle">
            <a:fillToRect l="50000" t="50000" r="50000" b="50000"/>
          </a:path>
          <a:tileRect/>
        </a:gradFill>
        <a:effectLst/>
      </p:bgPr>
    </p:bg>
    <p:spTree>
      <p:nvGrpSpPr>
        <p:cNvPr id="1" name="Shape 385"/>
        <p:cNvGrpSpPr/>
        <p:nvPr/>
      </p:nvGrpSpPr>
      <p:grpSpPr>
        <a:xfrm>
          <a:off x="0" y="0"/>
          <a:ext cx="0" cy="0"/>
          <a:chOff x="0" y="0"/>
          <a:chExt cx="0" cy="0"/>
        </a:xfrm>
      </p:grpSpPr>
      <p:pic>
        <p:nvPicPr>
          <p:cNvPr id="386" name="Google Shape;386;p45"/>
          <p:cNvPicPr preferRelativeResize="0"/>
          <p:nvPr/>
        </p:nvPicPr>
        <p:blipFill>
          <a:blip r:embed="rId3">
            <a:alphaModFix/>
          </a:blip>
          <a:stretch>
            <a:fillRect/>
          </a:stretch>
        </p:blipFill>
        <p:spPr>
          <a:xfrm>
            <a:off x="-2535326" y="-494763"/>
            <a:ext cx="5093874" cy="6133023"/>
          </a:xfrm>
          <a:prstGeom prst="rect">
            <a:avLst/>
          </a:prstGeom>
          <a:noFill/>
          <a:ln>
            <a:noFill/>
          </a:ln>
        </p:spPr>
      </p:pic>
      <p:pic>
        <p:nvPicPr>
          <p:cNvPr id="387" name="Google Shape;387;p45"/>
          <p:cNvPicPr preferRelativeResize="0"/>
          <p:nvPr/>
        </p:nvPicPr>
        <p:blipFill>
          <a:blip r:embed="rId4">
            <a:alphaModFix/>
          </a:blip>
          <a:stretch>
            <a:fillRect/>
          </a:stretch>
        </p:blipFill>
        <p:spPr>
          <a:xfrm rot="10800000" flipH="1">
            <a:off x="1563639" y="3486260"/>
            <a:ext cx="6184100" cy="3647650"/>
          </a:xfrm>
          <a:prstGeom prst="rect">
            <a:avLst/>
          </a:prstGeom>
          <a:noFill/>
          <a:ln>
            <a:noFill/>
          </a:ln>
        </p:spPr>
      </p:pic>
      <p:pic>
        <p:nvPicPr>
          <p:cNvPr id="388" name="Google Shape;388;p45"/>
          <p:cNvPicPr preferRelativeResize="0"/>
          <p:nvPr/>
        </p:nvPicPr>
        <p:blipFill>
          <a:blip r:embed="rId3">
            <a:alphaModFix/>
          </a:blip>
          <a:stretch>
            <a:fillRect/>
          </a:stretch>
        </p:blipFill>
        <p:spPr>
          <a:xfrm rot="10800000">
            <a:off x="6402124" y="-399600"/>
            <a:ext cx="5093874" cy="6133023"/>
          </a:xfrm>
          <a:prstGeom prst="rect">
            <a:avLst/>
          </a:prstGeom>
          <a:noFill/>
          <a:ln>
            <a:noFill/>
          </a:ln>
        </p:spPr>
      </p:pic>
      <p:pic>
        <p:nvPicPr>
          <p:cNvPr id="389" name="Google Shape;389;p45"/>
          <p:cNvPicPr preferRelativeResize="0"/>
          <p:nvPr/>
        </p:nvPicPr>
        <p:blipFill>
          <a:blip r:embed="rId4">
            <a:alphaModFix/>
          </a:blip>
          <a:stretch>
            <a:fillRect/>
          </a:stretch>
        </p:blipFill>
        <p:spPr>
          <a:xfrm>
            <a:off x="1289625" y="-2120444"/>
            <a:ext cx="6184100" cy="3647644"/>
          </a:xfrm>
          <a:prstGeom prst="rect">
            <a:avLst/>
          </a:prstGeom>
          <a:noFill/>
          <a:ln>
            <a:noFill/>
          </a:ln>
        </p:spPr>
      </p:pic>
      <p:sp>
        <p:nvSpPr>
          <p:cNvPr id="390" name="Google Shape;390;p45"/>
          <p:cNvSpPr txBox="1">
            <a:spLocks noGrp="1"/>
          </p:cNvSpPr>
          <p:nvPr>
            <p:ph type="ctrTitle"/>
          </p:nvPr>
        </p:nvSpPr>
        <p:spPr>
          <a:xfrm>
            <a:off x="2112264" y="1096050"/>
            <a:ext cx="4473186" cy="23778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US" sz="4900" dirty="0">
                <a:solidFill>
                  <a:schemeClr val="accent1"/>
                </a:solidFill>
              </a:rPr>
              <a:t>MATEMATIKE</a:t>
            </a:r>
            <a:br>
              <a:rPr lang="en-US" sz="4900" dirty="0">
                <a:solidFill>
                  <a:schemeClr val="accent1"/>
                </a:solidFill>
              </a:rPr>
            </a:br>
            <a:r>
              <a:rPr lang="en-US" sz="2400" dirty="0" err="1">
                <a:solidFill>
                  <a:schemeClr val="accent1"/>
                </a:solidFill>
              </a:rPr>
              <a:t>Tema</a:t>
            </a:r>
            <a:r>
              <a:rPr lang="en-US" sz="2400" dirty="0">
                <a:solidFill>
                  <a:schemeClr val="accent1"/>
                </a:solidFill>
              </a:rPr>
              <a:t>: </a:t>
            </a:r>
            <a:r>
              <a:rPr lang="en-US" sz="2400" dirty="0" err="1">
                <a:solidFill>
                  <a:schemeClr val="accent1"/>
                </a:solidFill>
              </a:rPr>
              <a:t>Kalkulatori</a:t>
            </a:r>
            <a:endParaRPr sz="4900" dirty="0">
              <a:solidFill>
                <a:schemeClr val="accent1"/>
              </a:solidFill>
            </a:endParaRPr>
          </a:p>
        </p:txBody>
      </p:sp>
      <p:sp>
        <p:nvSpPr>
          <p:cNvPr id="391" name="Google Shape;391;p45"/>
          <p:cNvSpPr txBox="1">
            <a:spLocks noGrp="1"/>
          </p:cNvSpPr>
          <p:nvPr>
            <p:ph type="subTitle" idx="1"/>
          </p:nvPr>
        </p:nvSpPr>
        <p:spPr>
          <a:xfrm>
            <a:off x="4304983" y="3248044"/>
            <a:ext cx="4026900" cy="1273676"/>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US" dirty="0" err="1"/>
              <a:t>Studente</a:t>
            </a:r>
            <a:r>
              <a:rPr lang="en-US" dirty="0"/>
              <a:t>: Blenda Abazi</a:t>
            </a:r>
          </a:p>
          <a:p>
            <a:pPr marL="0" lvl="0" indent="0" algn="ctr" rtl="0">
              <a:spcBef>
                <a:spcPts val="0"/>
              </a:spcBef>
              <a:spcAft>
                <a:spcPts val="0"/>
              </a:spcAft>
              <a:buNone/>
            </a:pPr>
            <a:r>
              <a:rPr lang="en-US" dirty="0"/>
              <a:t>ID: 222364884</a:t>
            </a:r>
          </a:p>
          <a:p>
            <a:pPr marL="0" lvl="0" indent="0" algn="ctr" rtl="0">
              <a:spcBef>
                <a:spcPts val="0"/>
              </a:spcBef>
              <a:spcAft>
                <a:spcPts val="0"/>
              </a:spcAft>
              <a:buNone/>
            </a:pPr>
            <a:endParaRPr dirty="0"/>
          </a:p>
        </p:txBody>
      </p:sp>
      <p:sp>
        <p:nvSpPr>
          <p:cNvPr id="3" name="Google Shape;391;p45">
            <a:extLst>
              <a:ext uri="{FF2B5EF4-FFF2-40B4-BE49-F238E27FC236}">
                <a16:creationId xmlns:a16="http://schemas.microsoft.com/office/drawing/2014/main" id="{A3E87190-0BF2-14DC-2075-A4D6C41E4752}"/>
              </a:ext>
            </a:extLst>
          </p:cNvPr>
          <p:cNvSpPr txBox="1">
            <a:spLocks/>
          </p:cNvSpPr>
          <p:nvPr/>
        </p:nvSpPr>
        <p:spPr>
          <a:xfrm>
            <a:off x="51468" y="3567002"/>
            <a:ext cx="4026900" cy="635760"/>
          </a:xfrm>
          <a:prstGeom prst="rect">
            <a:avLst/>
          </a:prstGeom>
          <a:noFill/>
          <a:ln>
            <a:noFill/>
          </a:ln>
        </p:spPr>
        <p:txBody>
          <a:bodyPr spcFirstLastPara="1" wrap="square" lIns="91425" tIns="91425" rIns="91425" bIns="91425" anchor="b" anchorCtr="0">
            <a:noAutofit/>
          </a:bodyPr>
          <a:lstStyle>
            <a:defPPr marR="0" lvl="0" algn="l" rtl="0">
              <a:lnSpc>
                <a:spcPct val="100000"/>
              </a:lnSpc>
              <a:spcBef>
                <a:spcPts val="0"/>
              </a:spcBef>
              <a:spcAft>
                <a:spcPts val="0"/>
              </a:spcAft>
            </a:defPPr>
            <a:lvl1pPr marL="457200" marR="0" lvl="0" indent="-342900" algn="ctr" rtl="0">
              <a:lnSpc>
                <a:spcPct val="100000"/>
              </a:lnSpc>
              <a:spcBef>
                <a:spcPts val="0"/>
              </a:spcBef>
              <a:spcAft>
                <a:spcPts val="0"/>
              </a:spcAft>
              <a:buClr>
                <a:schemeClr val="lt1"/>
              </a:buClr>
              <a:buSzPts val="2800"/>
              <a:buFont typeface="Advent Pro Medium"/>
              <a:buNone/>
              <a:defRPr sz="1600" b="0" i="0" u="none" strike="noStrike" cap="none">
                <a:solidFill>
                  <a:schemeClr val="lt1"/>
                </a:solidFill>
                <a:latin typeface="Advent Pro"/>
                <a:ea typeface="Advent Pro"/>
                <a:cs typeface="Advent Pro"/>
                <a:sym typeface="Advent Pro"/>
              </a:defRPr>
            </a:lvl1pPr>
            <a:lvl2pPr marL="914400" marR="0" lvl="1" indent="-317500" algn="ctr" rtl="0">
              <a:lnSpc>
                <a:spcPct val="100000"/>
              </a:lnSpc>
              <a:spcBef>
                <a:spcPts val="0"/>
              </a:spcBef>
              <a:spcAft>
                <a:spcPts val="0"/>
              </a:spcAft>
              <a:buClr>
                <a:schemeClr val="lt1"/>
              </a:buClr>
              <a:buSzPts val="2800"/>
              <a:buFont typeface="Advent Pro Medium"/>
              <a:buNone/>
              <a:defRPr sz="2800" b="0" i="0" u="none" strike="noStrike" cap="none">
                <a:solidFill>
                  <a:schemeClr val="lt1"/>
                </a:solidFill>
                <a:latin typeface="Advent Pro Medium"/>
                <a:ea typeface="Advent Pro Medium"/>
                <a:cs typeface="Advent Pro Medium"/>
                <a:sym typeface="Advent Pro Medium"/>
              </a:defRPr>
            </a:lvl2pPr>
            <a:lvl3pPr marL="1371600" marR="0" lvl="2" indent="-317500" algn="ctr" rtl="0">
              <a:lnSpc>
                <a:spcPct val="100000"/>
              </a:lnSpc>
              <a:spcBef>
                <a:spcPts val="0"/>
              </a:spcBef>
              <a:spcAft>
                <a:spcPts val="0"/>
              </a:spcAft>
              <a:buClr>
                <a:schemeClr val="lt1"/>
              </a:buClr>
              <a:buSzPts val="2800"/>
              <a:buFont typeface="Advent Pro Medium"/>
              <a:buNone/>
              <a:defRPr sz="2800" b="0" i="0" u="none" strike="noStrike" cap="none">
                <a:solidFill>
                  <a:schemeClr val="lt1"/>
                </a:solidFill>
                <a:latin typeface="Advent Pro Medium"/>
                <a:ea typeface="Advent Pro Medium"/>
                <a:cs typeface="Advent Pro Medium"/>
                <a:sym typeface="Advent Pro Medium"/>
              </a:defRPr>
            </a:lvl3pPr>
            <a:lvl4pPr marL="1828800" marR="0" lvl="3" indent="-317500" algn="ctr" rtl="0">
              <a:lnSpc>
                <a:spcPct val="100000"/>
              </a:lnSpc>
              <a:spcBef>
                <a:spcPts val="0"/>
              </a:spcBef>
              <a:spcAft>
                <a:spcPts val="0"/>
              </a:spcAft>
              <a:buClr>
                <a:schemeClr val="lt1"/>
              </a:buClr>
              <a:buSzPts val="2800"/>
              <a:buFont typeface="Advent Pro Medium"/>
              <a:buNone/>
              <a:defRPr sz="2800" b="0" i="0" u="none" strike="noStrike" cap="none">
                <a:solidFill>
                  <a:schemeClr val="lt1"/>
                </a:solidFill>
                <a:latin typeface="Advent Pro Medium"/>
                <a:ea typeface="Advent Pro Medium"/>
                <a:cs typeface="Advent Pro Medium"/>
                <a:sym typeface="Advent Pro Medium"/>
              </a:defRPr>
            </a:lvl4pPr>
            <a:lvl5pPr marL="2286000" marR="0" lvl="4" indent="-317500" algn="ctr" rtl="0">
              <a:lnSpc>
                <a:spcPct val="100000"/>
              </a:lnSpc>
              <a:spcBef>
                <a:spcPts val="0"/>
              </a:spcBef>
              <a:spcAft>
                <a:spcPts val="0"/>
              </a:spcAft>
              <a:buClr>
                <a:schemeClr val="lt1"/>
              </a:buClr>
              <a:buSzPts val="2800"/>
              <a:buFont typeface="Advent Pro Medium"/>
              <a:buNone/>
              <a:defRPr sz="2800" b="0" i="0" u="none" strike="noStrike" cap="none">
                <a:solidFill>
                  <a:schemeClr val="lt1"/>
                </a:solidFill>
                <a:latin typeface="Advent Pro Medium"/>
                <a:ea typeface="Advent Pro Medium"/>
                <a:cs typeface="Advent Pro Medium"/>
                <a:sym typeface="Advent Pro Medium"/>
              </a:defRPr>
            </a:lvl5pPr>
            <a:lvl6pPr marL="2743200" marR="0" lvl="5" indent="-317500" algn="ctr" rtl="0">
              <a:lnSpc>
                <a:spcPct val="100000"/>
              </a:lnSpc>
              <a:spcBef>
                <a:spcPts val="0"/>
              </a:spcBef>
              <a:spcAft>
                <a:spcPts val="0"/>
              </a:spcAft>
              <a:buClr>
                <a:schemeClr val="lt1"/>
              </a:buClr>
              <a:buSzPts val="2800"/>
              <a:buFont typeface="Advent Pro Medium"/>
              <a:buNone/>
              <a:defRPr sz="2800" b="0" i="0" u="none" strike="noStrike" cap="none">
                <a:solidFill>
                  <a:schemeClr val="lt1"/>
                </a:solidFill>
                <a:latin typeface="Advent Pro Medium"/>
                <a:ea typeface="Advent Pro Medium"/>
                <a:cs typeface="Advent Pro Medium"/>
                <a:sym typeface="Advent Pro Medium"/>
              </a:defRPr>
            </a:lvl6pPr>
            <a:lvl7pPr marL="3200400" marR="0" lvl="6" indent="-317500" algn="ctr" rtl="0">
              <a:lnSpc>
                <a:spcPct val="100000"/>
              </a:lnSpc>
              <a:spcBef>
                <a:spcPts val="0"/>
              </a:spcBef>
              <a:spcAft>
                <a:spcPts val="0"/>
              </a:spcAft>
              <a:buClr>
                <a:schemeClr val="lt1"/>
              </a:buClr>
              <a:buSzPts val="2800"/>
              <a:buFont typeface="Advent Pro Medium"/>
              <a:buNone/>
              <a:defRPr sz="2800" b="0" i="0" u="none" strike="noStrike" cap="none">
                <a:solidFill>
                  <a:schemeClr val="lt1"/>
                </a:solidFill>
                <a:latin typeface="Advent Pro Medium"/>
                <a:ea typeface="Advent Pro Medium"/>
                <a:cs typeface="Advent Pro Medium"/>
                <a:sym typeface="Advent Pro Medium"/>
              </a:defRPr>
            </a:lvl7pPr>
            <a:lvl8pPr marL="3657600" marR="0" lvl="7" indent="-317500" algn="ctr" rtl="0">
              <a:lnSpc>
                <a:spcPct val="100000"/>
              </a:lnSpc>
              <a:spcBef>
                <a:spcPts val="0"/>
              </a:spcBef>
              <a:spcAft>
                <a:spcPts val="0"/>
              </a:spcAft>
              <a:buClr>
                <a:schemeClr val="lt1"/>
              </a:buClr>
              <a:buSzPts val="2800"/>
              <a:buFont typeface="Advent Pro Medium"/>
              <a:buNone/>
              <a:defRPr sz="2800" b="0" i="0" u="none" strike="noStrike" cap="none">
                <a:solidFill>
                  <a:schemeClr val="lt1"/>
                </a:solidFill>
                <a:latin typeface="Advent Pro Medium"/>
                <a:ea typeface="Advent Pro Medium"/>
                <a:cs typeface="Advent Pro Medium"/>
                <a:sym typeface="Advent Pro Medium"/>
              </a:defRPr>
            </a:lvl8pPr>
            <a:lvl9pPr marL="4114800" marR="0" lvl="8" indent="-317500" algn="ctr" rtl="0">
              <a:lnSpc>
                <a:spcPct val="100000"/>
              </a:lnSpc>
              <a:spcBef>
                <a:spcPts val="0"/>
              </a:spcBef>
              <a:spcAft>
                <a:spcPts val="0"/>
              </a:spcAft>
              <a:buClr>
                <a:schemeClr val="lt1"/>
              </a:buClr>
              <a:buSzPts val="2800"/>
              <a:buFont typeface="Advent Pro Medium"/>
              <a:buNone/>
              <a:defRPr sz="2800" b="0" i="0" u="none" strike="noStrike" cap="none">
                <a:solidFill>
                  <a:schemeClr val="lt1"/>
                </a:solidFill>
                <a:latin typeface="Advent Pro Medium"/>
                <a:ea typeface="Advent Pro Medium"/>
                <a:cs typeface="Advent Pro Medium"/>
                <a:sym typeface="Advent Pro Medium"/>
              </a:defRPr>
            </a:lvl9pPr>
          </a:lstStyle>
          <a:p>
            <a:pPr marL="0" indent="0"/>
            <a:r>
              <a:rPr lang="en-US" dirty="0"/>
              <a:t>Prof: </a:t>
            </a:r>
            <a:r>
              <a:rPr lang="en-US" dirty="0" err="1"/>
              <a:t>Hizer</a:t>
            </a:r>
            <a:r>
              <a:rPr lang="en-US" dirty="0"/>
              <a:t> Leka</a:t>
            </a:r>
          </a:p>
          <a:p>
            <a:pPr marL="0" indent="0"/>
            <a:r>
              <a:rPr lang="en-US" dirty="0" err="1"/>
              <a:t>Kolegji</a:t>
            </a:r>
            <a:r>
              <a:rPr lang="en-US" dirty="0"/>
              <a:t> UBT</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404"/>
        <p:cNvGrpSpPr/>
        <p:nvPr/>
      </p:nvGrpSpPr>
      <p:grpSpPr>
        <a:xfrm>
          <a:off x="0" y="0"/>
          <a:ext cx="0" cy="0"/>
          <a:chOff x="0" y="0"/>
          <a:chExt cx="0" cy="0"/>
        </a:xfrm>
      </p:grpSpPr>
      <p:sp>
        <p:nvSpPr>
          <p:cNvPr id="405" name="Google Shape;405;p47"/>
          <p:cNvSpPr/>
          <p:nvPr/>
        </p:nvSpPr>
        <p:spPr>
          <a:xfrm>
            <a:off x="4445713" y="2733675"/>
            <a:ext cx="1390200" cy="1390200"/>
          </a:xfrm>
          <a:prstGeom prst="mathMultiply">
            <a:avLst>
              <a:gd name="adj1" fmla="val 23520"/>
            </a:avLst>
          </a:prstGeom>
          <a:no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406" name="Google Shape;406;p47"/>
          <p:cNvSpPr/>
          <p:nvPr/>
        </p:nvSpPr>
        <p:spPr>
          <a:xfrm>
            <a:off x="510288" y="1166900"/>
            <a:ext cx="1390200" cy="1390200"/>
          </a:xfrm>
          <a:prstGeom prst="mathMultiply">
            <a:avLst>
              <a:gd name="adj1" fmla="val 23520"/>
            </a:avLst>
          </a:prstGeom>
          <a:no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407" name="Google Shape;407;p47"/>
          <p:cNvSpPr/>
          <p:nvPr/>
        </p:nvSpPr>
        <p:spPr>
          <a:xfrm>
            <a:off x="510288" y="2733675"/>
            <a:ext cx="1390200" cy="1390200"/>
          </a:xfrm>
          <a:prstGeom prst="mathMultiply">
            <a:avLst>
              <a:gd name="adj1" fmla="val 23520"/>
            </a:avLst>
          </a:prstGeom>
          <a:no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408" name="Google Shape;408;p47"/>
          <p:cNvSpPr/>
          <p:nvPr/>
        </p:nvSpPr>
        <p:spPr>
          <a:xfrm>
            <a:off x="4445713" y="1166900"/>
            <a:ext cx="1390200" cy="1390200"/>
          </a:xfrm>
          <a:prstGeom prst="mathMultiply">
            <a:avLst>
              <a:gd name="adj1" fmla="val 23520"/>
            </a:avLst>
          </a:prstGeom>
          <a:no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409" name="Google Shape;409;p47"/>
          <p:cNvSpPr txBox="1">
            <a:spLocks noGrp="1"/>
          </p:cNvSpPr>
          <p:nvPr>
            <p:ph type="title" idx="15"/>
          </p:nvPr>
        </p:nvSpPr>
        <p:spPr>
          <a:xfrm>
            <a:off x="713225" y="539500"/>
            <a:ext cx="7717500" cy="572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a:t>TABLE OF CONTENTS</a:t>
            </a:r>
            <a:endParaRPr/>
          </a:p>
        </p:txBody>
      </p:sp>
      <p:sp>
        <p:nvSpPr>
          <p:cNvPr id="410" name="Google Shape;410;p47"/>
          <p:cNvSpPr txBox="1">
            <a:spLocks noGrp="1"/>
          </p:cNvSpPr>
          <p:nvPr>
            <p:ph type="title"/>
          </p:nvPr>
        </p:nvSpPr>
        <p:spPr>
          <a:xfrm flipH="1">
            <a:off x="775488" y="1636400"/>
            <a:ext cx="859800" cy="4512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a:t>01</a:t>
            </a:r>
            <a:endParaRPr/>
          </a:p>
        </p:txBody>
      </p:sp>
      <p:sp>
        <p:nvSpPr>
          <p:cNvPr id="411" name="Google Shape;411;p47"/>
          <p:cNvSpPr txBox="1">
            <a:spLocks noGrp="1"/>
          </p:cNvSpPr>
          <p:nvPr>
            <p:ph type="subTitle" idx="1"/>
          </p:nvPr>
        </p:nvSpPr>
        <p:spPr>
          <a:xfrm flipH="1">
            <a:off x="1880111" y="1716275"/>
            <a:ext cx="2582700" cy="3714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US" dirty="0" err="1">
                <a:solidFill>
                  <a:schemeClr val="accent1"/>
                </a:solidFill>
              </a:rPr>
              <a:t>Hyrje</a:t>
            </a:r>
            <a:endParaRPr dirty="0">
              <a:solidFill>
                <a:schemeClr val="accent1"/>
              </a:solidFill>
            </a:endParaRPr>
          </a:p>
        </p:txBody>
      </p:sp>
      <p:sp>
        <p:nvSpPr>
          <p:cNvPr id="413" name="Google Shape;413;p47"/>
          <p:cNvSpPr txBox="1">
            <a:spLocks noGrp="1"/>
          </p:cNvSpPr>
          <p:nvPr>
            <p:ph type="title" idx="3"/>
          </p:nvPr>
        </p:nvSpPr>
        <p:spPr>
          <a:xfrm flipH="1">
            <a:off x="775488" y="3163275"/>
            <a:ext cx="859800" cy="4512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a:t>02</a:t>
            </a:r>
            <a:endParaRPr/>
          </a:p>
        </p:txBody>
      </p:sp>
      <p:sp>
        <p:nvSpPr>
          <p:cNvPr id="414" name="Google Shape;414;p47"/>
          <p:cNvSpPr txBox="1">
            <a:spLocks noGrp="1"/>
          </p:cNvSpPr>
          <p:nvPr>
            <p:ph type="subTitle" idx="4"/>
          </p:nvPr>
        </p:nvSpPr>
        <p:spPr>
          <a:xfrm flipH="1">
            <a:off x="1880111" y="3243078"/>
            <a:ext cx="2582700" cy="3714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US" dirty="0">
                <a:solidFill>
                  <a:schemeClr val="accent1"/>
                </a:solidFill>
              </a:rPr>
              <a:t>Kodi</a:t>
            </a:r>
            <a:endParaRPr dirty="0">
              <a:solidFill>
                <a:schemeClr val="accent1"/>
              </a:solidFill>
            </a:endParaRPr>
          </a:p>
        </p:txBody>
      </p:sp>
      <p:sp>
        <p:nvSpPr>
          <p:cNvPr id="416" name="Google Shape;416;p47"/>
          <p:cNvSpPr txBox="1">
            <a:spLocks noGrp="1"/>
          </p:cNvSpPr>
          <p:nvPr>
            <p:ph type="title" idx="6"/>
          </p:nvPr>
        </p:nvSpPr>
        <p:spPr>
          <a:xfrm>
            <a:off x="4710913" y="1636400"/>
            <a:ext cx="859800" cy="4512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a:t>03</a:t>
            </a:r>
            <a:endParaRPr/>
          </a:p>
        </p:txBody>
      </p:sp>
      <p:sp>
        <p:nvSpPr>
          <p:cNvPr id="417" name="Google Shape;417;p47"/>
          <p:cNvSpPr txBox="1">
            <a:spLocks noGrp="1"/>
          </p:cNvSpPr>
          <p:nvPr>
            <p:ph type="subTitle" idx="7"/>
          </p:nvPr>
        </p:nvSpPr>
        <p:spPr>
          <a:xfrm>
            <a:off x="5719788" y="1716275"/>
            <a:ext cx="2582700" cy="3714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US" dirty="0" err="1">
                <a:solidFill>
                  <a:schemeClr val="accent1"/>
                </a:solidFill>
              </a:rPr>
              <a:t>Pershkrimi</a:t>
            </a:r>
            <a:r>
              <a:rPr lang="en-US" dirty="0">
                <a:solidFill>
                  <a:schemeClr val="accent1"/>
                </a:solidFill>
              </a:rPr>
              <a:t> I </a:t>
            </a:r>
            <a:r>
              <a:rPr lang="en-US" dirty="0" err="1">
                <a:solidFill>
                  <a:schemeClr val="accent1"/>
                </a:solidFill>
              </a:rPr>
              <a:t>kodit</a:t>
            </a:r>
            <a:endParaRPr dirty="0">
              <a:solidFill>
                <a:schemeClr val="accent1"/>
              </a:solidFill>
            </a:endParaRPr>
          </a:p>
        </p:txBody>
      </p:sp>
      <p:sp>
        <p:nvSpPr>
          <p:cNvPr id="419" name="Google Shape;419;p47"/>
          <p:cNvSpPr txBox="1">
            <a:spLocks noGrp="1"/>
          </p:cNvSpPr>
          <p:nvPr>
            <p:ph type="title" idx="9"/>
          </p:nvPr>
        </p:nvSpPr>
        <p:spPr>
          <a:xfrm>
            <a:off x="4710913" y="3163275"/>
            <a:ext cx="859800" cy="4512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a:t>04</a:t>
            </a:r>
            <a:endParaRPr/>
          </a:p>
        </p:txBody>
      </p:sp>
      <p:sp>
        <p:nvSpPr>
          <p:cNvPr id="420" name="Google Shape;420;p47"/>
          <p:cNvSpPr txBox="1">
            <a:spLocks noGrp="1"/>
          </p:cNvSpPr>
          <p:nvPr>
            <p:ph type="subTitle" idx="13"/>
          </p:nvPr>
        </p:nvSpPr>
        <p:spPr>
          <a:xfrm>
            <a:off x="5719788" y="3243076"/>
            <a:ext cx="2582700" cy="3714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US" dirty="0" err="1">
                <a:solidFill>
                  <a:schemeClr val="accent1"/>
                </a:solidFill>
              </a:rPr>
              <a:t>Shembull</a:t>
            </a:r>
            <a:endParaRPr dirty="0">
              <a:solidFill>
                <a:schemeClr val="accent1"/>
              </a:solidFill>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441"/>
        <p:cNvGrpSpPr/>
        <p:nvPr/>
      </p:nvGrpSpPr>
      <p:grpSpPr>
        <a:xfrm>
          <a:off x="0" y="0"/>
          <a:ext cx="0" cy="0"/>
          <a:chOff x="0" y="0"/>
          <a:chExt cx="0" cy="0"/>
        </a:xfrm>
      </p:grpSpPr>
      <p:sp>
        <p:nvSpPr>
          <p:cNvPr id="442" name="Google Shape;442;p50"/>
          <p:cNvSpPr/>
          <p:nvPr/>
        </p:nvSpPr>
        <p:spPr>
          <a:xfrm>
            <a:off x="3028800" y="315100"/>
            <a:ext cx="2168400" cy="2168400"/>
          </a:xfrm>
          <a:prstGeom prst="mathMultiply">
            <a:avLst>
              <a:gd name="adj1" fmla="val 23520"/>
            </a:avLst>
          </a:prstGeom>
          <a:no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3" name="Google Shape;443;p50"/>
          <p:cNvSpPr txBox="1">
            <a:spLocks noGrp="1"/>
          </p:cNvSpPr>
          <p:nvPr>
            <p:ph type="title"/>
          </p:nvPr>
        </p:nvSpPr>
        <p:spPr>
          <a:xfrm>
            <a:off x="713225" y="2259100"/>
            <a:ext cx="4156500" cy="15120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r>
              <a:rPr lang="en-US" dirty="0" err="1">
                <a:solidFill>
                  <a:schemeClr val="accent1"/>
                </a:solidFill>
              </a:rPr>
              <a:t>Hyrje</a:t>
            </a:r>
            <a:endParaRPr dirty="0">
              <a:solidFill>
                <a:schemeClr val="accent1"/>
              </a:solidFill>
            </a:endParaRPr>
          </a:p>
        </p:txBody>
      </p:sp>
      <p:sp>
        <p:nvSpPr>
          <p:cNvPr id="444" name="Google Shape;444;p50"/>
          <p:cNvSpPr txBox="1">
            <a:spLocks noGrp="1"/>
          </p:cNvSpPr>
          <p:nvPr>
            <p:ph type="title" idx="2"/>
          </p:nvPr>
        </p:nvSpPr>
        <p:spPr>
          <a:xfrm>
            <a:off x="3056975" y="539500"/>
            <a:ext cx="1812600" cy="1719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r>
              <a:rPr lang="en"/>
              <a:t>01</a:t>
            </a:r>
            <a:endParaRPr/>
          </a:p>
        </p:txBody>
      </p:sp>
      <p:pic>
        <p:nvPicPr>
          <p:cNvPr id="446" name="Google Shape;446;p50"/>
          <p:cNvPicPr preferRelativeResize="0"/>
          <p:nvPr/>
        </p:nvPicPr>
        <p:blipFill>
          <a:blip r:embed="rId3">
            <a:alphaModFix/>
          </a:blip>
          <a:stretch>
            <a:fillRect/>
          </a:stretch>
        </p:blipFill>
        <p:spPr>
          <a:xfrm rot="10800000">
            <a:off x="5197200" y="-3534565"/>
            <a:ext cx="7657249" cy="8935624"/>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507"/>
        <p:cNvGrpSpPr/>
        <p:nvPr/>
      </p:nvGrpSpPr>
      <p:grpSpPr>
        <a:xfrm>
          <a:off x="0" y="0"/>
          <a:ext cx="0" cy="0"/>
          <a:chOff x="0" y="0"/>
          <a:chExt cx="0" cy="0"/>
        </a:xfrm>
      </p:grpSpPr>
      <p:sp>
        <p:nvSpPr>
          <p:cNvPr id="508" name="Google Shape;508;p53"/>
          <p:cNvSpPr txBox="1">
            <a:spLocks noGrp="1"/>
          </p:cNvSpPr>
          <p:nvPr>
            <p:ph type="body" idx="1"/>
          </p:nvPr>
        </p:nvSpPr>
        <p:spPr>
          <a:xfrm>
            <a:off x="1053737" y="1112200"/>
            <a:ext cx="5180720" cy="3140916"/>
          </a:xfrm>
          <a:prstGeom prst="rect">
            <a:avLst/>
          </a:prstGeom>
        </p:spPr>
        <p:txBody>
          <a:bodyPr spcFirstLastPara="1" wrap="square" lIns="91425" tIns="91425" rIns="91425" bIns="91425" anchor="t" anchorCtr="0">
            <a:noAutofit/>
          </a:bodyPr>
          <a:lstStyle/>
          <a:p>
            <a:pPr>
              <a:lnSpc>
                <a:spcPct val="115000"/>
              </a:lnSpc>
              <a:spcAft>
                <a:spcPts val="1000"/>
              </a:spcAft>
            </a:pPr>
            <a:r>
              <a:rPr lang="sq-AL" sz="1800" dirty="0">
                <a:effectLst/>
                <a:latin typeface="Times New Roman" panose="02020603050405020304" pitchFamily="18" charset="0"/>
                <a:ea typeface="MS Mincho" panose="02020609040205080304" pitchFamily="49" charset="-128"/>
              </a:rPr>
              <a:t>Kalkulatori na ndihmon ne lehtesimin e llogaritjeve te ndryshme. </a:t>
            </a:r>
            <a:endParaRPr lang="de-DE" sz="1800" dirty="0">
              <a:effectLst/>
              <a:latin typeface="Times New Roman" panose="02020603050405020304" pitchFamily="18" charset="0"/>
              <a:ea typeface="MS Mincho" panose="02020609040205080304" pitchFamily="49" charset="-128"/>
            </a:endParaRPr>
          </a:p>
          <a:p>
            <a:pPr>
              <a:lnSpc>
                <a:spcPct val="115000"/>
              </a:lnSpc>
              <a:spcAft>
                <a:spcPts val="1000"/>
              </a:spcAft>
            </a:pPr>
            <a:r>
              <a:rPr lang="en-US" sz="1800" dirty="0" err="1">
                <a:effectLst/>
                <a:latin typeface="Times New Roman" panose="02020603050405020304" pitchFamily="18" charset="0"/>
                <a:ea typeface="MS Mincho" panose="02020609040205080304" pitchFamily="49" charset="-128"/>
              </a:rPr>
              <a:t>Kalkulatri</a:t>
            </a:r>
            <a:r>
              <a:rPr lang="en-US" sz="1800" dirty="0">
                <a:effectLst/>
                <a:latin typeface="Times New Roman" panose="02020603050405020304" pitchFamily="18" charset="0"/>
                <a:ea typeface="MS Mincho" panose="02020609040205080304" pitchFamily="49" charset="-128"/>
              </a:rPr>
              <a:t> </a:t>
            </a:r>
            <a:r>
              <a:rPr lang="en-US" sz="1800" dirty="0" err="1">
                <a:effectLst/>
                <a:latin typeface="Times New Roman" panose="02020603050405020304" pitchFamily="18" charset="0"/>
                <a:ea typeface="MS Mincho" panose="02020609040205080304" pitchFamily="49" charset="-128"/>
              </a:rPr>
              <a:t>te</a:t>
            </a:r>
            <a:r>
              <a:rPr lang="en-US" sz="1800" dirty="0">
                <a:effectLst/>
                <a:latin typeface="Times New Roman" panose="02020603050405020304" pitchFamily="18" charset="0"/>
                <a:ea typeface="MS Mincho" panose="02020609040205080304" pitchFamily="49" charset="-128"/>
              </a:rPr>
              <a:t> </a:t>
            </a:r>
            <a:r>
              <a:rPr lang="en-US" sz="1800" dirty="0" err="1">
                <a:effectLst/>
                <a:latin typeface="Times New Roman" panose="02020603050405020304" pitchFamily="18" charset="0"/>
                <a:ea typeface="MS Mincho" panose="02020609040205080304" pitchFamily="49" charset="-128"/>
              </a:rPr>
              <a:t>cilin</a:t>
            </a:r>
            <a:r>
              <a:rPr lang="en-US" sz="1800" dirty="0">
                <a:effectLst/>
                <a:latin typeface="Times New Roman" panose="02020603050405020304" pitchFamily="18" charset="0"/>
                <a:ea typeface="MS Mincho" panose="02020609040205080304" pitchFamily="49" charset="-128"/>
              </a:rPr>
              <a:t> e </a:t>
            </a:r>
            <a:r>
              <a:rPr lang="en-US" sz="1800" dirty="0" err="1">
                <a:effectLst/>
                <a:latin typeface="Times New Roman" panose="02020603050405020304" pitchFamily="18" charset="0"/>
                <a:ea typeface="MS Mincho" panose="02020609040205080304" pitchFamily="49" charset="-128"/>
              </a:rPr>
              <a:t>kam</a:t>
            </a:r>
            <a:r>
              <a:rPr lang="en-US" sz="1800" dirty="0">
                <a:effectLst/>
                <a:latin typeface="Times New Roman" panose="02020603050405020304" pitchFamily="18" charset="0"/>
                <a:ea typeface="MS Mincho" panose="02020609040205080304" pitchFamily="49" charset="-128"/>
              </a:rPr>
              <a:t> </a:t>
            </a:r>
            <a:r>
              <a:rPr lang="en-US" sz="1800" dirty="0" err="1">
                <a:effectLst/>
                <a:latin typeface="Times New Roman" panose="02020603050405020304" pitchFamily="18" charset="0"/>
                <a:ea typeface="MS Mincho" panose="02020609040205080304" pitchFamily="49" charset="-128"/>
              </a:rPr>
              <a:t>pregatitur</a:t>
            </a:r>
            <a:r>
              <a:rPr lang="en-US" sz="1800" dirty="0">
                <a:effectLst/>
                <a:latin typeface="Times New Roman" panose="02020603050405020304" pitchFamily="18" charset="0"/>
                <a:ea typeface="MS Mincho" panose="02020609040205080304" pitchFamily="49" charset="-128"/>
              </a:rPr>
              <a:t> </a:t>
            </a:r>
            <a:r>
              <a:rPr lang="en-US" sz="1800" dirty="0" err="1">
                <a:effectLst/>
                <a:latin typeface="Times New Roman" panose="02020603050405020304" pitchFamily="18" charset="0"/>
                <a:ea typeface="MS Mincho" panose="02020609040205080304" pitchFamily="49" charset="-128"/>
              </a:rPr>
              <a:t>une</a:t>
            </a:r>
            <a:r>
              <a:rPr lang="en-US" sz="1800" dirty="0">
                <a:effectLst/>
                <a:latin typeface="Times New Roman" panose="02020603050405020304" pitchFamily="18" charset="0"/>
                <a:ea typeface="MS Mincho" panose="02020609040205080304" pitchFamily="49" charset="-128"/>
              </a:rPr>
              <a:t> </a:t>
            </a:r>
            <a:r>
              <a:rPr lang="sq-AL" sz="1800" dirty="0">
                <a:effectLst/>
                <a:latin typeface="Times New Roman" panose="02020603050405020304" pitchFamily="18" charset="0"/>
                <a:ea typeface="MS Mincho" panose="02020609040205080304" pitchFamily="49" charset="-128"/>
              </a:rPr>
              <a:t>mundeson zbritjen, mbledhjen, shumezimin, pjesetimin, pjesetimin 1/x(nje numer qe e zgjedhim ne), gjetjen e perqindjes, llogaritje me numra negativ, gjetjen  e rrenjes katrore dhe fuqin katrore .</a:t>
            </a:r>
            <a:endParaRPr lang="de-DE" sz="1800" dirty="0">
              <a:effectLst/>
              <a:latin typeface="Times New Roman" panose="02020603050405020304" pitchFamily="18" charset="0"/>
              <a:ea typeface="MS Mincho" panose="02020609040205080304" pitchFamily="49" charset="-128"/>
            </a:endParaRPr>
          </a:p>
          <a:p>
            <a:pPr marL="0" lvl="0" indent="0" algn="l" rtl="0">
              <a:spcBef>
                <a:spcPts val="0"/>
              </a:spcBef>
              <a:spcAft>
                <a:spcPts val="0"/>
              </a:spcAft>
              <a:buNone/>
            </a:pPr>
            <a:endParaRPr dirty="0"/>
          </a:p>
        </p:txBody>
      </p:sp>
      <p:sp>
        <p:nvSpPr>
          <p:cNvPr id="509" name="Google Shape;509;p53"/>
          <p:cNvSpPr txBox="1">
            <a:spLocks noGrp="1"/>
          </p:cNvSpPr>
          <p:nvPr>
            <p:ph type="title"/>
          </p:nvPr>
        </p:nvSpPr>
        <p:spPr>
          <a:xfrm>
            <a:off x="713225" y="539500"/>
            <a:ext cx="7717500" cy="572700"/>
          </a:xfrm>
          <a:prstGeom prst="rect">
            <a:avLst/>
          </a:prstGeom>
        </p:spPr>
        <p:txBody>
          <a:bodyPr spcFirstLastPara="1" wrap="square" lIns="91425" tIns="91425" rIns="91425" bIns="91425" anchor="t" anchorCtr="0">
            <a:noAutofit/>
          </a:bodyPr>
          <a:lstStyle/>
          <a:p>
            <a:r>
              <a:rPr lang="sq-AL" sz="2000" b="1" i="1" dirty="0">
                <a:solidFill>
                  <a:schemeClr val="accent1">
                    <a:lumMod val="75000"/>
                  </a:schemeClr>
                </a:solidFill>
                <a:effectLst/>
                <a:latin typeface="Times New Roman" panose="02020603050405020304" pitchFamily="18" charset="0"/>
                <a:ea typeface="Times New Roman" panose="02020603050405020304" pitchFamily="18" charset="0"/>
              </a:rPr>
              <a:t>Përshkrimi i funksioneve që mundëson kalkualtori </a:t>
            </a:r>
            <a:br>
              <a:rPr lang="de-DE" sz="1800" b="1" dirty="0">
                <a:effectLst/>
                <a:latin typeface="Times New Roman" panose="02020603050405020304" pitchFamily="18" charset="0"/>
                <a:ea typeface="Times New Roman" panose="02020603050405020304" pitchFamily="18" charset="0"/>
              </a:rPr>
            </a:br>
            <a:endParaRPr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612"/>
        <p:cNvGrpSpPr/>
        <p:nvPr/>
      </p:nvGrpSpPr>
      <p:grpSpPr>
        <a:xfrm>
          <a:off x="0" y="0"/>
          <a:ext cx="0" cy="0"/>
          <a:chOff x="0" y="0"/>
          <a:chExt cx="0" cy="0"/>
        </a:xfrm>
      </p:grpSpPr>
      <p:sp>
        <p:nvSpPr>
          <p:cNvPr id="613" name="Google Shape;613;p58"/>
          <p:cNvSpPr/>
          <p:nvPr/>
        </p:nvSpPr>
        <p:spPr>
          <a:xfrm>
            <a:off x="1466475" y="1313075"/>
            <a:ext cx="2168400" cy="2168400"/>
          </a:xfrm>
          <a:prstGeom prst="mathMultiply">
            <a:avLst>
              <a:gd name="adj1" fmla="val 23520"/>
            </a:avLst>
          </a:prstGeom>
          <a:no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4" name="Google Shape;614;p58"/>
          <p:cNvSpPr txBox="1">
            <a:spLocks noGrp="1"/>
          </p:cNvSpPr>
          <p:nvPr>
            <p:ph type="title" idx="2"/>
          </p:nvPr>
        </p:nvSpPr>
        <p:spPr>
          <a:xfrm>
            <a:off x="1542675" y="1537475"/>
            <a:ext cx="2092200" cy="17196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a:t>02</a:t>
            </a:r>
            <a:endParaRPr/>
          </a:p>
        </p:txBody>
      </p:sp>
      <p:sp>
        <p:nvSpPr>
          <p:cNvPr id="615" name="Google Shape;615;p58"/>
          <p:cNvSpPr txBox="1">
            <a:spLocks noGrp="1"/>
          </p:cNvSpPr>
          <p:nvPr>
            <p:ph type="title"/>
          </p:nvPr>
        </p:nvSpPr>
        <p:spPr>
          <a:xfrm>
            <a:off x="3688525" y="1568200"/>
            <a:ext cx="3762600" cy="15120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US" dirty="0">
                <a:solidFill>
                  <a:schemeClr val="accent1"/>
                </a:solidFill>
              </a:rPr>
              <a:t>Kodi</a:t>
            </a:r>
            <a:endParaRPr dirty="0">
              <a:solidFill>
                <a:schemeClr val="accent1"/>
              </a:solidFill>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748"/>
        <p:cNvGrpSpPr/>
        <p:nvPr/>
      </p:nvGrpSpPr>
      <p:grpSpPr>
        <a:xfrm>
          <a:off x="0" y="0"/>
          <a:ext cx="0" cy="0"/>
          <a:chOff x="0" y="0"/>
          <a:chExt cx="0" cy="0"/>
        </a:xfrm>
      </p:grpSpPr>
      <p:pic>
        <p:nvPicPr>
          <p:cNvPr id="5" name="Picture 4">
            <a:extLst>
              <a:ext uri="{FF2B5EF4-FFF2-40B4-BE49-F238E27FC236}">
                <a16:creationId xmlns:a16="http://schemas.microsoft.com/office/drawing/2014/main" id="{D41A118A-D057-9A60-F20D-EDF8C43AC515}"/>
              </a:ext>
            </a:extLst>
          </p:cNvPr>
          <p:cNvPicPr>
            <a:picLocks noChangeAspect="1"/>
          </p:cNvPicPr>
          <p:nvPr/>
        </p:nvPicPr>
        <p:blipFill>
          <a:blip r:embed="rId3"/>
          <a:stretch>
            <a:fillRect/>
          </a:stretch>
        </p:blipFill>
        <p:spPr>
          <a:xfrm>
            <a:off x="0" y="0"/>
            <a:ext cx="9144000" cy="5556069"/>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BDFE3358-C819-58DD-D8D1-ECD4D7472F1E}"/>
              </a:ext>
            </a:extLst>
          </p:cNvPr>
          <p:cNvPicPr>
            <a:picLocks noChangeAspect="1"/>
          </p:cNvPicPr>
          <p:nvPr/>
        </p:nvPicPr>
        <p:blipFill>
          <a:blip r:embed="rId2"/>
          <a:stretch>
            <a:fillRect/>
          </a:stretch>
        </p:blipFill>
        <p:spPr>
          <a:xfrm>
            <a:off x="0" y="0"/>
            <a:ext cx="9144000" cy="5529943"/>
          </a:xfrm>
          <a:prstGeom prst="rect">
            <a:avLst/>
          </a:prstGeom>
        </p:spPr>
      </p:pic>
    </p:spTree>
    <p:extLst>
      <p:ext uri="{BB962C8B-B14F-4D97-AF65-F5344CB8AC3E}">
        <p14:creationId xmlns:p14="http://schemas.microsoft.com/office/powerpoint/2010/main" val="222882397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E804F46-B519-12EC-F3A0-679394CE71D3}"/>
              </a:ext>
            </a:extLst>
          </p:cNvPr>
          <p:cNvSpPr>
            <a:spLocks noGrp="1"/>
          </p:cNvSpPr>
          <p:nvPr>
            <p:ph type="title"/>
          </p:nvPr>
        </p:nvSpPr>
        <p:spPr/>
        <p:txBody>
          <a:bodyPr/>
          <a:lstStyle/>
          <a:p>
            <a:endParaRPr lang="de-DE"/>
          </a:p>
        </p:txBody>
      </p:sp>
      <p:pic>
        <p:nvPicPr>
          <p:cNvPr id="4" name="Picture 3">
            <a:extLst>
              <a:ext uri="{FF2B5EF4-FFF2-40B4-BE49-F238E27FC236}">
                <a16:creationId xmlns:a16="http://schemas.microsoft.com/office/drawing/2014/main" id="{D546080D-B8D7-67B5-FFC7-B4472C505797}"/>
              </a:ext>
            </a:extLst>
          </p:cNvPr>
          <p:cNvPicPr>
            <a:picLocks noChangeAspect="1"/>
          </p:cNvPicPr>
          <p:nvPr/>
        </p:nvPicPr>
        <p:blipFill>
          <a:blip r:embed="rId2"/>
          <a:stretch>
            <a:fillRect/>
          </a:stretch>
        </p:blipFill>
        <p:spPr>
          <a:xfrm>
            <a:off x="0" y="0"/>
            <a:ext cx="9144000" cy="5503817"/>
          </a:xfrm>
          <a:prstGeom prst="rect">
            <a:avLst/>
          </a:prstGeom>
        </p:spPr>
      </p:pic>
    </p:spTree>
    <p:extLst>
      <p:ext uri="{BB962C8B-B14F-4D97-AF65-F5344CB8AC3E}">
        <p14:creationId xmlns:p14="http://schemas.microsoft.com/office/powerpoint/2010/main" val="112052708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EF7F46-B7CC-1F9B-5742-EA0CEA99C119}"/>
              </a:ext>
            </a:extLst>
          </p:cNvPr>
          <p:cNvSpPr>
            <a:spLocks noGrp="1"/>
          </p:cNvSpPr>
          <p:nvPr>
            <p:ph type="title"/>
          </p:nvPr>
        </p:nvSpPr>
        <p:spPr/>
        <p:txBody>
          <a:bodyPr/>
          <a:lstStyle/>
          <a:p>
            <a:endParaRPr lang="de-DE"/>
          </a:p>
        </p:txBody>
      </p:sp>
      <p:pic>
        <p:nvPicPr>
          <p:cNvPr id="4" name="Picture 3">
            <a:extLst>
              <a:ext uri="{FF2B5EF4-FFF2-40B4-BE49-F238E27FC236}">
                <a16:creationId xmlns:a16="http://schemas.microsoft.com/office/drawing/2014/main" id="{87AACAD8-B8B1-6C20-94DA-67E38BD85637}"/>
              </a:ext>
            </a:extLst>
          </p:cNvPr>
          <p:cNvPicPr>
            <a:picLocks noChangeAspect="1"/>
          </p:cNvPicPr>
          <p:nvPr/>
        </p:nvPicPr>
        <p:blipFill>
          <a:blip r:embed="rId2"/>
          <a:stretch>
            <a:fillRect/>
          </a:stretch>
        </p:blipFill>
        <p:spPr>
          <a:xfrm>
            <a:off x="0" y="0"/>
            <a:ext cx="9144000" cy="5486400"/>
          </a:xfrm>
          <a:prstGeom prst="rect">
            <a:avLst/>
          </a:prstGeom>
        </p:spPr>
      </p:pic>
    </p:spTree>
    <p:extLst>
      <p:ext uri="{BB962C8B-B14F-4D97-AF65-F5344CB8AC3E}">
        <p14:creationId xmlns:p14="http://schemas.microsoft.com/office/powerpoint/2010/main" val="205767238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DD0D346-5E99-6842-F6CD-A076164DDDDE}"/>
              </a:ext>
            </a:extLst>
          </p:cNvPr>
          <p:cNvSpPr>
            <a:spLocks noGrp="1"/>
          </p:cNvSpPr>
          <p:nvPr>
            <p:ph type="title"/>
          </p:nvPr>
        </p:nvSpPr>
        <p:spPr/>
        <p:txBody>
          <a:bodyPr/>
          <a:lstStyle/>
          <a:p>
            <a:endParaRPr lang="de-DE"/>
          </a:p>
        </p:txBody>
      </p:sp>
      <p:pic>
        <p:nvPicPr>
          <p:cNvPr id="4" name="Picture 3">
            <a:extLst>
              <a:ext uri="{FF2B5EF4-FFF2-40B4-BE49-F238E27FC236}">
                <a16:creationId xmlns:a16="http://schemas.microsoft.com/office/drawing/2014/main" id="{2CDF138F-7F4D-8227-3339-2FE18FB638F0}"/>
              </a:ext>
            </a:extLst>
          </p:cNvPr>
          <p:cNvPicPr>
            <a:picLocks noChangeAspect="1"/>
          </p:cNvPicPr>
          <p:nvPr/>
        </p:nvPicPr>
        <p:blipFill>
          <a:blip r:embed="rId2"/>
          <a:stretch>
            <a:fillRect/>
          </a:stretch>
        </p:blipFill>
        <p:spPr>
          <a:xfrm>
            <a:off x="0" y="0"/>
            <a:ext cx="9144000" cy="5143499"/>
          </a:xfrm>
          <a:prstGeom prst="rect">
            <a:avLst/>
          </a:prstGeom>
        </p:spPr>
      </p:pic>
    </p:spTree>
    <p:extLst>
      <p:ext uri="{BB962C8B-B14F-4D97-AF65-F5344CB8AC3E}">
        <p14:creationId xmlns:p14="http://schemas.microsoft.com/office/powerpoint/2010/main" val="203951595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9AB8527-CA81-A451-EE05-4126EF246B99}"/>
              </a:ext>
            </a:extLst>
          </p:cNvPr>
          <p:cNvSpPr>
            <a:spLocks noGrp="1"/>
          </p:cNvSpPr>
          <p:nvPr>
            <p:ph type="title"/>
          </p:nvPr>
        </p:nvSpPr>
        <p:spPr/>
        <p:txBody>
          <a:bodyPr/>
          <a:lstStyle/>
          <a:p>
            <a:endParaRPr lang="de-DE"/>
          </a:p>
        </p:txBody>
      </p:sp>
      <p:pic>
        <p:nvPicPr>
          <p:cNvPr id="4" name="Picture 3">
            <a:extLst>
              <a:ext uri="{FF2B5EF4-FFF2-40B4-BE49-F238E27FC236}">
                <a16:creationId xmlns:a16="http://schemas.microsoft.com/office/drawing/2014/main" id="{D0ECA67D-57FF-3C31-BA8E-9F1888CED38A}"/>
              </a:ext>
            </a:extLst>
          </p:cNvPr>
          <p:cNvPicPr>
            <a:picLocks noChangeAspect="1"/>
          </p:cNvPicPr>
          <p:nvPr/>
        </p:nvPicPr>
        <p:blipFill>
          <a:blip r:embed="rId2"/>
          <a:stretch>
            <a:fillRect/>
          </a:stretch>
        </p:blipFill>
        <p:spPr>
          <a:xfrm>
            <a:off x="0" y="0"/>
            <a:ext cx="9144000" cy="5143499"/>
          </a:xfrm>
          <a:prstGeom prst="rect">
            <a:avLst/>
          </a:prstGeom>
        </p:spPr>
      </p:pic>
    </p:spTree>
    <p:extLst>
      <p:ext uri="{BB962C8B-B14F-4D97-AF65-F5344CB8AC3E}">
        <p14:creationId xmlns:p14="http://schemas.microsoft.com/office/powerpoint/2010/main" val="28350681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E2627AD-7A13-D13D-BDB2-59856CEB6D7A}"/>
              </a:ext>
            </a:extLst>
          </p:cNvPr>
          <p:cNvSpPr>
            <a:spLocks noGrp="1"/>
          </p:cNvSpPr>
          <p:nvPr>
            <p:ph type="title"/>
          </p:nvPr>
        </p:nvSpPr>
        <p:spPr/>
        <p:txBody>
          <a:bodyPr/>
          <a:lstStyle/>
          <a:p>
            <a:endParaRPr lang="de-DE"/>
          </a:p>
        </p:txBody>
      </p:sp>
      <p:pic>
        <p:nvPicPr>
          <p:cNvPr id="4" name="Picture 3">
            <a:extLst>
              <a:ext uri="{FF2B5EF4-FFF2-40B4-BE49-F238E27FC236}">
                <a16:creationId xmlns:a16="http://schemas.microsoft.com/office/drawing/2014/main" id="{2141B394-997C-3292-FB19-CFF7095989C9}"/>
              </a:ext>
            </a:extLst>
          </p:cNvPr>
          <p:cNvPicPr>
            <a:picLocks noChangeAspect="1"/>
          </p:cNvPicPr>
          <p:nvPr/>
        </p:nvPicPr>
        <p:blipFill>
          <a:blip r:embed="rId2"/>
          <a:stretch>
            <a:fillRect/>
          </a:stretch>
        </p:blipFill>
        <p:spPr>
          <a:xfrm>
            <a:off x="0" y="0"/>
            <a:ext cx="9144000" cy="5143499"/>
          </a:xfrm>
          <a:prstGeom prst="rect">
            <a:avLst/>
          </a:prstGeom>
        </p:spPr>
      </p:pic>
    </p:spTree>
    <p:extLst>
      <p:ext uri="{BB962C8B-B14F-4D97-AF65-F5344CB8AC3E}">
        <p14:creationId xmlns:p14="http://schemas.microsoft.com/office/powerpoint/2010/main" val="209368953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755"/>
        <p:cNvGrpSpPr/>
        <p:nvPr/>
      </p:nvGrpSpPr>
      <p:grpSpPr>
        <a:xfrm>
          <a:off x="0" y="0"/>
          <a:ext cx="0" cy="0"/>
          <a:chOff x="0" y="0"/>
          <a:chExt cx="0" cy="0"/>
        </a:xfrm>
      </p:grpSpPr>
      <p:sp>
        <p:nvSpPr>
          <p:cNvPr id="756" name="Google Shape;756;p62"/>
          <p:cNvSpPr/>
          <p:nvPr/>
        </p:nvSpPr>
        <p:spPr>
          <a:xfrm>
            <a:off x="5958425" y="1227725"/>
            <a:ext cx="2168400" cy="2168400"/>
          </a:xfrm>
          <a:prstGeom prst="mathMultiply">
            <a:avLst>
              <a:gd name="adj1" fmla="val 23520"/>
            </a:avLst>
          </a:prstGeom>
          <a:no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7" name="Google Shape;757;p62"/>
          <p:cNvSpPr txBox="1">
            <a:spLocks noGrp="1"/>
          </p:cNvSpPr>
          <p:nvPr>
            <p:ph type="title" idx="2"/>
          </p:nvPr>
        </p:nvSpPr>
        <p:spPr>
          <a:xfrm>
            <a:off x="6050550" y="1452125"/>
            <a:ext cx="2055300" cy="17196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a:t>03</a:t>
            </a:r>
            <a:endParaRPr/>
          </a:p>
        </p:txBody>
      </p:sp>
      <p:sp>
        <p:nvSpPr>
          <p:cNvPr id="758" name="Google Shape;758;p62"/>
          <p:cNvSpPr txBox="1">
            <a:spLocks noGrp="1"/>
          </p:cNvSpPr>
          <p:nvPr>
            <p:ph type="title"/>
          </p:nvPr>
        </p:nvSpPr>
        <p:spPr>
          <a:xfrm>
            <a:off x="1038150" y="1554480"/>
            <a:ext cx="4839300" cy="2305745"/>
          </a:xfrm>
          <a:prstGeom prst="rect">
            <a:avLst/>
          </a:prstGeom>
        </p:spPr>
        <p:txBody>
          <a:bodyPr spcFirstLastPara="1" wrap="square" lIns="91425" tIns="91425" rIns="91425" bIns="91425" anchor="ctr" anchorCtr="0">
            <a:noAutofit/>
          </a:bodyPr>
          <a:lstStyle/>
          <a:p>
            <a:r>
              <a:rPr lang="en-US" dirty="0" err="1">
                <a:solidFill>
                  <a:schemeClr val="accent1"/>
                </a:solidFill>
              </a:rPr>
              <a:t>Pershkrimi</a:t>
            </a:r>
            <a:r>
              <a:rPr lang="en-US" dirty="0">
                <a:solidFill>
                  <a:schemeClr val="accent1"/>
                </a:solidFill>
              </a:rPr>
              <a:t> I </a:t>
            </a:r>
            <a:r>
              <a:rPr lang="en-US" dirty="0" err="1">
                <a:solidFill>
                  <a:schemeClr val="accent1"/>
                </a:solidFill>
              </a:rPr>
              <a:t>kodit</a:t>
            </a:r>
            <a:br>
              <a:rPr lang="en-US" dirty="0">
                <a:solidFill>
                  <a:schemeClr val="accent1"/>
                </a:solidFill>
              </a:rPr>
            </a:br>
            <a:endParaRPr dirty="0">
              <a:solidFill>
                <a:schemeClr val="accent1"/>
              </a:solidFill>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1196"/>
        <p:cNvGrpSpPr/>
        <p:nvPr/>
      </p:nvGrpSpPr>
      <p:grpSpPr>
        <a:xfrm>
          <a:off x="0" y="0"/>
          <a:ext cx="0" cy="0"/>
          <a:chOff x="0" y="0"/>
          <a:chExt cx="0" cy="0"/>
        </a:xfrm>
      </p:grpSpPr>
      <p:sp>
        <p:nvSpPr>
          <p:cNvPr id="1200" name="Google Shape;1200;p66"/>
          <p:cNvSpPr txBox="1">
            <a:spLocks noGrp="1"/>
          </p:cNvSpPr>
          <p:nvPr>
            <p:ph type="title" idx="6"/>
          </p:nvPr>
        </p:nvSpPr>
        <p:spPr>
          <a:xfrm>
            <a:off x="1325879" y="502924"/>
            <a:ext cx="6876245" cy="5065772"/>
          </a:xfrm>
          <a:prstGeom prst="rect">
            <a:avLst/>
          </a:prstGeom>
        </p:spPr>
        <p:txBody>
          <a:bodyPr spcFirstLastPara="1" wrap="square" lIns="91425" tIns="91425" rIns="91425" bIns="91425" anchor="t" anchorCtr="0">
            <a:noAutofit/>
          </a:bodyPr>
          <a:lstStyle/>
          <a:p>
            <a:pPr>
              <a:lnSpc>
                <a:spcPct val="115000"/>
              </a:lnSpc>
              <a:spcAft>
                <a:spcPts val="1000"/>
              </a:spcAft>
            </a:pPr>
            <a:r>
              <a:rPr lang="sq-AL" sz="1600" dirty="0">
                <a:effectLst/>
                <a:latin typeface="Times New Roman" panose="02020603050405020304" pitchFamily="18" charset="0"/>
                <a:ea typeface="MS Mincho" panose="02020609040205080304" pitchFamily="49" charset="-128"/>
              </a:rPr>
              <a:t>IDE-n qe kam perzgjedhur per ta shkruar kodin eshte Neatbeans. Si fillim krijojme nje projekt te ri, me pas klikojme New project, zgjedhim kategorin Java with Ant  dhe projekt:  Java Aplication klikojme next dhe vendosim emrin e deshiruar te projektit. Pastaj e krijojm nje jFrame form.</a:t>
            </a:r>
            <a:br>
              <a:rPr lang="de-DE" sz="1600" dirty="0">
                <a:effectLst/>
                <a:latin typeface="Times New Roman" panose="02020603050405020304" pitchFamily="18" charset="0"/>
                <a:ea typeface="MS Mincho" panose="02020609040205080304" pitchFamily="49" charset="-128"/>
              </a:rPr>
            </a:br>
            <a:r>
              <a:rPr lang="sq-AL" sz="1600" dirty="0">
                <a:effectLst/>
                <a:latin typeface="Times New Roman" panose="02020603050405020304" pitchFamily="18" charset="0"/>
                <a:ea typeface="MS Mincho" panose="02020609040205080304" pitchFamily="49" charset="-128"/>
              </a:rPr>
              <a:t>Ne jFrame ne e dizajnojme  kalkulatorin varesisht prej deshires tone. Si fillim marrim nje Panel per ti dhene nje ngjyre kalkulatorit, marrim butonat ku do te vendosim numrat dhe shenjat dhe marrim nje TextField qe te na mundesoj te shfaqen numrat pas krijimit te kodit. Tek opsioni Properties ne mund te shkruajme tekstin qe deshirojme, ta ndryshojme madhesine e tekstit poashtu dhe ngjyren ne background.</a:t>
            </a:r>
            <a:br>
              <a:rPr lang="de-DE" sz="1600" dirty="0">
                <a:effectLst/>
                <a:latin typeface="Times New Roman" panose="02020603050405020304" pitchFamily="18" charset="0"/>
                <a:ea typeface="MS Mincho" panose="02020609040205080304" pitchFamily="49" charset="-128"/>
              </a:rPr>
            </a:br>
            <a:r>
              <a:rPr lang="sq-AL" sz="1600" dirty="0">
                <a:effectLst/>
                <a:latin typeface="Times New Roman" panose="02020603050405020304" pitchFamily="18" charset="0"/>
                <a:ea typeface="MS Mincho" panose="02020609040205080304" pitchFamily="49" charset="-128"/>
              </a:rPr>
              <a:t>Tek Designs klikojm ne jFrame dhe ne properties =&gt; name, e emertojme jFrame “Calculator”.</a:t>
            </a:r>
            <a:br>
              <a:rPr lang="en-US" sz="1600" dirty="0">
                <a:effectLst/>
                <a:latin typeface="Times New Roman" panose="02020603050405020304" pitchFamily="18" charset="0"/>
                <a:ea typeface="MS Mincho" panose="02020609040205080304" pitchFamily="49" charset="-128"/>
              </a:rPr>
            </a:br>
            <a:r>
              <a:rPr lang="en-US" sz="1600" dirty="0" err="1">
                <a:effectLst/>
                <a:latin typeface="Times New Roman" panose="02020603050405020304" pitchFamily="18" charset="0"/>
                <a:ea typeface="MS Mincho" panose="02020609040205080304" pitchFamily="49" charset="-128"/>
              </a:rPr>
              <a:t>Pastaj</a:t>
            </a:r>
            <a:r>
              <a:rPr lang="en-US" sz="1600" dirty="0">
                <a:effectLst/>
                <a:latin typeface="Times New Roman" panose="02020603050405020304" pitchFamily="18" charset="0"/>
                <a:ea typeface="MS Mincho" panose="02020609040205080304" pitchFamily="49" charset="-128"/>
              </a:rPr>
              <a:t> </a:t>
            </a:r>
            <a:r>
              <a:rPr lang="en-US" sz="1600" dirty="0" err="1">
                <a:effectLst/>
                <a:latin typeface="Times New Roman" panose="02020603050405020304" pitchFamily="18" charset="0"/>
                <a:ea typeface="MS Mincho" panose="02020609040205080304" pitchFamily="49" charset="-128"/>
              </a:rPr>
              <a:t>klikojm</a:t>
            </a:r>
            <a:r>
              <a:rPr lang="en-US" sz="1600" dirty="0">
                <a:effectLst/>
                <a:latin typeface="Times New Roman" panose="02020603050405020304" pitchFamily="18" charset="0"/>
                <a:ea typeface="MS Mincho" panose="02020609040205080304" pitchFamily="49" charset="-128"/>
              </a:rPr>
              <a:t> ne </a:t>
            </a:r>
            <a:r>
              <a:rPr lang="en-US" sz="1600" dirty="0" err="1">
                <a:effectLst/>
                <a:latin typeface="Times New Roman" panose="02020603050405020304" pitchFamily="18" charset="0"/>
                <a:ea typeface="MS Mincho" panose="02020609040205080304" pitchFamily="49" charset="-128"/>
              </a:rPr>
              <a:t>secilin</a:t>
            </a:r>
            <a:r>
              <a:rPr lang="en-US" sz="1600" dirty="0">
                <a:effectLst/>
                <a:latin typeface="Times New Roman" panose="02020603050405020304" pitchFamily="18" charset="0"/>
                <a:ea typeface="MS Mincho" panose="02020609040205080304" pitchFamily="49" charset="-128"/>
              </a:rPr>
              <a:t> </a:t>
            </a:r>
            <a:r>
              <a:rPr lang="en-US" sz="1600" dirty="0" err="1">
                <a:effectLst/>
                <a:latin typeface="Times New Roman" panose="02020603050405020304" pitchFamily="18" charset="0"/>
                <a:ea typeface="MS Mincho" panose="02020609040205080304" pitchFamily="49" charset="-128"/>
              </a:rPr>
              <a:t>buton</a:t>
            </a:r>
            <a:r>
              <a:rPr lang="en-US" sz="1600" dirty="0">
                <a:effectLst/>
                <a:latin typeface="Times New Roman" panose="02020603050405020304" pitchFamily="18" charset="0"/>
                <a:ea typeface="MS Mincho" panose="02020609040205080304" pitchFamily="49" charset="-128"/>
              </a:rPr>
              <a:t> me </a:t>
            </a:r>
            <a:r>
              <a:rPr lang="en-US" sz="1600" dirty="0" err="1">
                <a:effectLst/>
                <a:latin typeface="Times New Roman" panose="02020603050405020304" pitchFamily="18" charset="0"/>
                <a:ea typeface="MS Mincho" panose="02020609040205080304" pitchFamily="49" charset="-128"/>
              </a:rPr>
              <a:t>radhe</a:t>
            </a:r>
            <a:r>
              <a:rPr lang="en-US" sz="1600" dirty="0">
                <a:effectLst/>
                <a:latin typeface="Times New Roman" panose="02020603050405020304" pitchFamily="18" charset="0"/>
                <a:ea typeface="MS Mincho" panose="02020609040205080304" pitchFamily="49" charset="-128"/>
              </a:rPr>
              <a:t> </a:t>
            </a:r>
            <a:r>
              <a:rPr lang="en-US" sz="1600" dirty="0" err="1">
                <a:effectLst/>
                <a:latin typeface="Times New Roman" panose="02020603050405020304" pitchFamily="18" charset="0"/>
                <a:ea typeface="MS Mincho" panose="02020609040205080304" pitchFamily="49" charset="-128"/>
              </a:rPr>
              <a:t>dhe</a:t>
            </a:r>
            <a:r>
              <a:rPr lang="en-US" sz="1600" dirty="0">
                <a:effectLst/>
                <a:latin typeface="Times New Roman" panose="02020603050405020304" pitchFamily="18" charset="0"/>
                <a:ea typeface="MS Mincho" panose="02020609040205080304" pitchFamily="49" charset="-128"/>
              </a:rPr>
              <a:t> </a:t>
            </a:r>
            <a:r>
              <a:rPr lang="en-US" sz="1600" dirty="0" err="1">
                <a:effectLst/>
                <a:latin typeface="Times New Roman" panose="02020603050405020304" pitchFamily="18" charset="0"/>
                <a:ea typeface="MS Mincho" panose="02020609040205080304" pitchFamily="49" charset="-128"/>
              </a:rPr>
              <a:t>shkruajm</a:t>
            </a:r>
            <a:r>
              <a:rPr lang="en-US" sz="1600" dirty="0">
                <a:effectLst/>
                <a:latin typeface="Times New Roman" panose="02020603050405020304" pitchFamily="18" charset="0"/>
                <a:ea typeface="MS Mincho" panose="02020609040205080304" pitchFamily="49" charset="-128"/>
              </a:rPr>
              <a:t> </a:t>
            </a:r>
            <a:r>
              <a:rPr lang="en-US" sz="1600" dirty="0" err="1">
                <a:effectLst/>
                <a:latin typeface="Times New Roman" panose="02020603050405020304" pitchFamily="18" charset="0"/>
                <a:ea typeface="MS Mincho" panose="02020609040205080304" pitchFamily="49" charset="-128"/>
              </a:rPr>
              <a:t>kodin</a:t>
            </a:r>
            <a:r>
              <a:rPr lang="en-US" sz="1600" dirty="0">
                <a:effectLst/>
                <a:latin typeface="Times New Roman" panose="02020603050405020304" pitchFamily="18" charset="0"/>
                <a:ea typeface="MS Mincho" panose="02020609040205080304" pitchFamily="49" charset="-128"/>
              </a:rPr>
              <a:t> </a:t>
            </a:r>
            <a:r>
              <a:rPr lang="en-US" sz="1600" dirty="0" err="1">
                <a:effectLst/>
                <a:latin typeface="Times New Roman" panose="02020603050405020304" pitchFamily="18" charset="0"/>
                <a:ea typeface="MS Mincho" panose="02020609040205080304" pitchFamily="49" charset="-128"/>
              </a:rPr>
              <a:t>perkates</a:t>
            </a:r>
            <a:r>
              <a:rPr lang="en-US" sz="1600" dirty="0">
                <a:effectLst/>
                <a:latin typeface="Times New Roman" panose="02020603050405020304" pitchFamily="18" charset="0"/>
                <a:ea typeface="MS Mincho" panose="02020609040205080304" pitchFamily="49" charset="-128"/>
              </a:rPr>
              <a:t> per secalin </a:t>
            </a:r>
            <a:r>
              <a:rPr lang="en-US" sz="1600" dirty="0" err="1">
                <a:effectLst/>
                <a:latin typeface="Times New Roman" panose="02020603050405020304" pitchFamily="18" charset="0"/>
                <a:ea typeface="MS Mincho" panose="02020609040205080304" pitchFamily="49" charset="-128"/>
              </a:rPr>
              <a:t>funksion</a:t>
            </a:r>
            <a:r>
              <a:rPr lang="en-US" sz="1600" dirty="0">
                <a:effectLst/>
                <a:latin typeface="Times New Roman" panose="02020603050405020304" pitchFamily="18" charset="0"/>
                <a:ea typeface="MS Mincho" panose="02020609040205080304" pitchFamily="49" charset="-128"/>
              </a:rPr>
              <a:t> </a:t>
            </a:r>
            <a:r>
              <a:rPr lang="en-US" sz="1600" dirty="0" err="1">
                <a:effectLst/>
                <a:latin typeface="Times New Roman" panose="02020603050405020304" pitchFamily="18" charset="0"/>
                <a:ea typeface="MS Mincho" panose="02020609040205080304" pitchFamily="49" charset="-128"/>
              </a:rPr>
              <a:t>qe</a:t>
            </a:r>
            <a:r>
              <a:rPr lang="en-US" sz="1600" dirty="0">
                <a:effectLst/>
                <a:latin typeface="Times New Roman" panose="02020603050405020304" pitchFamily="18" charset="0"/>
                <a:ea typeface="MS Mincho" panose="02020609040205080304" pitchFamily="49" charset="-128"/>
              </a:rPr>
              <a:t> </a:t>
            </a:r>
            <a:r>
              <a:rPr lang="en-US" sz="1600" dirty="0" err="1">
                <a:effectLst/>
                <a:latin typeface="Times New Roman" panose="02020603050405020304" pitchFamily="18" charset="0"/>
                <a:ea typeface="MS Mincho" panose="02020609040205080304" pitchFamily="49" charset="-128"/>
              </a:rPr>
              <a:t>te</a:t>
            </a:r>
            <a:r>
              <a:rPr lang="en-US" sz="1600" dirty="0">
                <a:effectLst/>
                <a:latin typeface="Times New Roman" panose="02020603050405020304" pitchFamily="18" charset="0"/>
                <a:ea typeface="MS Mincho" panose="02020609040205080304" pitchFamily="49" charset="-128"/>
              </a:rPr>
              <a:t> </a:t>
            </a:r>
            <a:r>
              <a:rPr lang="en-US" sz="1600" dirty="0" err="1">
                <a:effectLst/>
                <a:latin typeface="Times New Roman" panose="02020603050405020304" pitchFamily="18" charset="0"/>
                <a:ea typeface="MS Mincho" panose="02020609040205080304" pitchFamily="49" charset="-128"/>
              </a:rPr>
              <a:t>mundesojme</a:t>
            </a:r>
            <a:r>
              <a:rPr lang="en-US" sz="1600" dirty="0">
                <a:effectLst/>
                <a:latin typeface="Times New Roman" panose="02020603050405020304" pitchFamily="18" charset="0"/>
                <a:ea typeface="MS Mincho" panose="02020609040205080304" pitchFamily="49" charset="-128"/>
              </a:rPr>
              <a:t> </a:t>
            </a:r>
            <a:r>
              <a:rPr lang="en-US" sz="1600" dirty="0" err="1">
                <a:effectLst/>
                <a:latin typeface="Times New Roman" panose="02020603050405020304" pitchFamily="18" charset="0"/>
                <a:ea typeface="MS Mincho" panose="02020609040205080304" pitchFamily="49" charset="-128"/>
              </a:rPr>
              <a:t>llogaritjen</a:t>
            </a:r>
            <a:r>
              <a:rPr lang="en-US" sz="1600" dirty="0">
                <a:effectLst/>
                <a:latin typeface="Times New Roman" panose="02020603050405020304" pitchFamily="18" charset="0"/>
                <a:ea typeface="MS Mincho" panose="02020609040205080304" pitchFamily="49" charset="-128"/>
              </a:rPr>
              <a:t> e </a:t>
            </a:r>
            <a:r>
              <a:rPr lang="en-US" sz="1600" dirty="0" err="1">
                <a:effectLst/>
                <a:latin typeface="Times New Roman" panose="02020603050405020304" pitchFamily="18" charset="0"/>
                <a:ea typeface="MS Mincho" panose="02020609040205080304" pitchFamily="49" charset="-128"/>
              </a:rPr>
              <a:t>numrave</a:t>
            </a:r>
            <a:r>
              <a:rPr lang="en-US" sz="1600" dirty="0">
                <a:effectLst/>
                <a:latin typeface="Times New Roman" panose="02020603050405020304" pitchFamily="18" charset="0"/>
                <a:ea typeface="MS Mincho" panose="02020609040205080304" pitchFamily="49" charset="-128"/>
              </a:rPr>
              <a:t> </a:t>
            </a:r>
            <a:r>
              <a:rPr lang="en-US" sz="1600" dirty="0" err="1">
                <a:effectLst/>
                <a:latin typeface="Times New Roman" panose="02020603050405020304" pitchFamily="18" charset="0"/>
                <a:ea typeface="MS Mincho" panose="02020609040205080304" pitchFamily="49" charset="-128"/>
              </a:rPr>
              <a:t>te</a:t>
            </a:r>
            <a:r>
              <a:rPr lang="en-US" sz="1600" dirty="0">
                <a:effectLst/>
                <a:latin typeface="Times New Roman" panose="02020603050405020304" pitchFamily="18" charset="0"/>
                <a:ea typeface="MS Mincho" panose="02020609040205080304" pitchFamily="49" charset="-128"/>
              </a:rPr>
              <a:t> </a:t>
            </a:r>
            <a:r>
              <a:rPr lang="en-US" sz="1600" dirty="0" err="1">
                <a:effectLst/>
                <a:latin typeface="Times New Roman" panose="02020603050405020304" pitchFamily="18" charset="0"/>
                <a:ea typeface="MS Mincho" panose="02020609040205080304" pitchFamily="49" charset="-128"/>
              </a:rPr>
              <a:t>ndryshem</a:t>
            </a:r>
            <a:r>
              <a:rPr lang="en-US" sz="1600" dirty="0">
                <a:effectLst/>
                <a:latin typeface="Times New Roman" panose="02020603050405020304" pitchFamily="18" charset="0"/>
                <a:ea typeface="MS Mincho" panose="02020609040205080304" pitchFamily="49" charset="-128"/>
              </a:rPr>
              <a:t>.</a:t>
            </a:r>
            <a:br>
              <a:rPr lang="de-DE" sz="1600" dirty="0">
                <a:effectLst/>
                <a:latin typeface="Times New Roman" panose="02020603050405020304" pitchFamily="18" charset="0"/>
                <a:ea typeface="MS Mincho" panose="02020609040205080304" pitchFamily="49" charset="-128"/>
              </a:rPr>
            </a:br>
            <a:endParaRPr sz="1050" dirty="0"/>
          </a:p>
        </p:txBody>
      </p:sp>
      <p:pic>
        <p:nvPicPr>
          <p:cNvPr id="1204" name="Google Shape;1204;p66"/>
          <p:cNvPicPr preferRelativeResize="0"/>
          <p:nvPr/>
        </p:nvPicPr>
        <p:blipFill>
          <a:blip r:embed="rId3">
            <a:alphaModFix/>
          </a:blip>
          <a:stretch>
            <a:fillRect/>
          </a:stretch>
        </p:blipFill>
        <p:spPr>
          <a:xfrm rot="5400000" flipH="1">
            <a:off x="7092092" y="2526107"/>
            <a:ext cx="4916874" cy="3637250"/>
          </a:xfrm>
          <a:prstGeom prst="rect">
            <a:avLst/>
          </a:prstGeom>
          <a:noFill/>
          <a:ln>
            <a:noFill/>
          </a:ln>
        </p:spPr>
      </p:pic>
      <p:pic>
        <p:nvPicPr>
          <p:cNvPr id="1205" name="Google Shape;1205;p66"/>
          <p:cNvPicPr preferRelativeResize="0"/>
          <p:nvPr/>
        </p:nvPicPr>
        <p:blipFill>
          <a:blip r:embed="rId3">
            <a:alphaModFix/>
          </a:blip>
          <a:stretch>
            <a:fillRect/>
          </a:stretch>
        </p:blipFill>
        <p:spPr>
          <a:xfrm rot="5400000">
            <a:off x="6778563" y="-260905"/>
            <a:ext cx="4916874" cy="3637250"/>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1209"/>
        <p:cNvGrpSpPr/>
        <p:nvPr/>
      </p:nvGrpSpPr>
      <p:grpSpPr>
        <a:xfrm>
          <a:off x="0" y="0"/>
          <a:ext cx="0" cy="0"/>
          <a:chOff x="0" y="0"/>
          <a:chExt cx="0" cy="0"/>
        </a:xfrm>
      </p:grpSpPr>
      <p:sp>
        <p:nvSpPr>
          <p:cNvPr id="1210" name="Google Shape;1210;p67"/>
          <p:cNvSpPr/>
          <p:nvPr/>
        </p:nvSpPr>
        <p:spPr>
          <a:xfrm>
            <a:off x="3487800" y="315100"/>
            <a:ext cx="2168400" cy="2168400"/>
          </a:xfrm>
          <a:prstGeom prst="mathMultiply">
            <a:avLst>
              <a:gd name="adj1" fmla="val 23520"/>
            </a:avLst>
          </a:prstGeom>
          <a:no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11" name="Google Shape;1211;p67"/>
          <p:cNvSpPr txBox="1">
            <a:spLocks noGrp="1"/>
          </p:cNvSpPr>
          <p:nvPr>
            <p:ph type="title"/>
          </p:nvPr>
        </p:nvSpPr>
        <p:spPr>
          <a:xfrm>
            <a:off x="3640250" y="2259100"/>
            <a:ext cx="4790400" cy="15120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US" dirty="0" err="1">
                <a:solidFill>
                  <a:schemeClr val="accent1"/>
                </a:solidFill>
              </a:rPr>
              <a:t>Shembull</a:t>
            </a:r>
            <a:endParaRPr dirty="0">
              <a:solidFill>
                <a:schemeClr val="accent1"/>
              </a:solidFill>
            </a:endParaRPr>
          </a:p>
        </p:txBody>
      </p:sp>
      <p:sp>
        <p:nvSpPr>
          <p:cNvPr id="1212" name="Google Shape;1212;p67"/>
          <p:cNvSpPr txBox="1">
            <a:spLocks noGrp="1"/>
          </p:cNvSpPr>
          <p:nvPr>
            <p:ph type="title" idx="2"/>
          </p:nvPr>
        </p:nvSpPr>
        <p:spPr>
          <a:xfrm>
            <a:off x="3640250" y="539500"/>
            <a:ext cx="2052600" cy="17196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a:t>04</a:t>
            </a:r>
            <a:endParaRPr/>
          </a:p>
        </p:txBody>
      </p:sp>
      <p:pic>
        <p:nvPicPr>
          <p:cNvPr id="4" name="Google Shape;1205;p66">
            <a:extLst>
              <a:ext uri="{FF2B5EF4-FFF2-40B4-BE49-F238E27FC236}">
                <a16:creationId xmlns:a16="http://schemas.microsoft.com/office/drawing/2014/main" id="{9FC44548-9802-373F-A87A-532310FE6D4D}"/>
              </a:ext>
            </a:extLst>
          </p:cNvPr>
          <p:cNvPicPr preferRelativeResize="0"/>
          <p:nvPr/>
        </p:nvPicPr>
        <p:blipFill>
          <a:blip r:embed="rId3">
            <a:alphaModFix/>
          </a:blip>
          <a:stretch>
            <a:fillRect/>
          </a:stretch>
        </p:blipFill>
        <p:spPr>
          <a:xfrm rot="5400000">
            <a:off x="-1555987" y="540283"/>
            <a:ext cx="4916874" cy="3637250"/>
          </a:xfrm>
          <a:prstGeom prst="rect">
            <a:avLst/>
          </a:prstGeom>
          <a:noFill/>
          <a:ln>
            <a:noFill/>
          </a:ln>
        </p:spPr>
      </p:pic>
      <p:pic>
        <p:nvPicPr>
          <p:cNvPr id="5" name="Google Shape;1205;p66">
            <a:extLst>
              <a:ext uri="{FF2B5EF4-FFF2-40B4-BE49-F238E27FC236}">
                <a16:creationId xmlns:a16="http://schemas.microsoft.com/office/drawing/2014/main" id="{07D0921C-ABA5-4286-2379-C660B0C269EB}"/>
              </a:ext>
            </a:extLst>
          </p:cNvPr>
          <p:cNvPicPr preferRelativeResize="0"/>
          <p:nvPr/>
        </p:nvPicPr>
        <p:blipFill>
          <a:blip r:embed="rId3">
            <a:alphaModFix/>
          </a:blip>
          <a:stretch>
            <a:fillRect/>
          </a:stretch>
        </p:blipFill>
        <p:spPr>
          <a:xfrm rot="5400000">
            <a:off x="-562762" y="2785375"/>
            <a:ext cx="4916874" cy="3637250"/>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ubtitle 3">
            <a:extLst>
              <a:ext uri="{FF2B5EF4-FFF2-40B4-BE49-F238E27FC236}">
                <a16:creationId xmlns:a16="http://schemas.microsoft.com/office/drawing/2014/main" id="{A6E28873-A484-C7B1-37BB-444B4437B802}"/>
              </a:ext>
            </a:extLst>
          </p:cNvPr>
          <p:cNvSpPr>
            <a:spLocks noGrp="1"/>
          </p:cNvSpPr>
          <p:nvPr>
            <p:ph type="subTitle" idx="1"/>
          </p:nvPr>
        </p:nvSpPr>
        <p:spPr>
          <a:xfrm>
            <a:off x="121921" y="-209007"/>
            <a:ext cx="3544387" cy="1556657"/>
          </a:xfrm>
        </p:spPr>
        <p:txBody>
          <a:bodyPr/>
          <a:lstStyle/>
          <a:p>
            <a:r>
              <a:rPr lang="en-US" dirty="0" err="1"/>
              <a:t>Shembulli</a:t>
            </a:r>
            <a:r>
              <a:rPr lang="en-US" dirty="0"/>
              <a:t> 1.</a:t>
            </a:r>
            <a:endParaRPr lang="de-DE" dirty="0"/>
          </a:p>
          <a:p>
            <a:r>
              <a:rPr lang="de-DE" dirty="0"/>
              <a:t>Mbledhja e dy numrave</a:t>
            </a:r>
            <a:endParaRPr lang="en-US" dirty="0"/>
          </a:p>
        </p:txBody>
      </p:sp>
      <p:pic>
        <p:nvPicPr>
          <p:cNvPr id="10" name="Picture 9">
            <a:extLst>
              <a:ext uri="{FF2B5EF4-FFF2-40B4-BE49-F238E27FC236}">
                <a16:creationId xmlns:a16="http://schemas.microsoft.com/office/drawing/2014/main" id="{0F216DB9-1184-CD31-EE5E-06B5419C0DBA}"/>
              </a:ext>
            </a:extLst>
          </p:cNvPr>
          <p:cNvPicPr>
            <a:picLocks noChangeAspect="1"/>
          </p:cNvPicPr>
          <p:nvPr/>
        </p:nvPicPr>
        <p:blipFill>
          <a:blip r:embed="rId2"/>
          <a:stretch>
            <a:fillRect/>
          </a:stretch>
        </p:blipFill>
        <p:spPr>
          <a:xfrm>
            <a:off x="406050" y="1536763"/>
            <a:ext cx="2418701" cy="3365264"/>
          </a:xfrm>
          <a:prstGeom prst="rect">
            <a:avLst/>
          </a:prstGeom>
        </p:spPr>
      </p:pic>
      <p:pic>
        <p:nvPicPr>
          <p:cNvPr id="12" name="Picture 11">
            <a:extLst>
              <a:ext uri="{FF2B5EF4-FFF2-40B4-BE49-F238E27FC236}">
                <a16:creationId xmlns:a16="http://schemas.microsoft.com/office/drawing/2014/main" id="{1F43D547-2DBB-D69C-E395-7432A92B20EC}"/>
              </a:ext>
            </a:extLst>
          </p:cNvPr>
          <p:cNvPicPr>
            <a:picLocks noChangeAspect="1"/>
          </p:cNvPicPr>
          <p:nvPr/>
        </p:nvPicPr>
        <p:blipFill>
          <a:blip r:embed="rId3"/>
          <a:stretch>
            <a:fillRect/>
          </a:stretch>
        </p:blipFill>
        <p:spPr>
          <a:xfrm>
            <a:off x="3249398" y="1536763"/>
            <a:ext cx="2418701" cy="3365265"/>
          </a:xfrm>
          <a:prstGeom prst="rect">
            <a:avLst/>
          </a:prstGeom>
        </p:spPr>
      </p:pic>
      <p:sp>
        <p:nvSpPr>
          <p:cNvPr id="19" name="Arrow: Left 18">
            <a:extLst>
              <a:ext uri="{FF2B5EF4-FFF2-40B4-BE49-F238E27FC236}">
                <a16:creationId xmlns:a16="http://schemas.microsoft.com/office/drawing/2014/main" id="{FF1ACC85-48F2-E21E-283A-4B3D95714CE1}"/>
              </a:ext>
            </a:extLst>
          </p:cNvPr>
          <p:cNvSpPr/>
          <p:nvPr/>
        </p:nvSpPr>
        <p:spPr>
          <a:xfrm>
            <a:off x="2592936" y="3875315"/>
            <a:ext cx="296092" cy="156754"/>
          </a:xfrm>
          <a:prstGeom prst="lef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20" name="Arrow: Left 19">
            <a:extLst>
              <a:ext uri="{FF2B5EF4-FFF2-40B4-BE49-F238E27FC236}">
                <a16:creationId xmlns:a16="http://schemas.microsoft.com/office/drawing/2014/main" id="{C89DCFF6-B7C1-6D3A-EE67-531ACD8341F8}"/>
              </a:ext>
            </a:extLst>
          </p:cNvPr>
          <p:cNvSpPr/>
          <p:nvPr/>
        </p:nvSpPr>
        <p:spPr>
          <a:xfrm>
            <a:off x="5436284" y="4410892"/>
            <a:ext cx="296092" cy="156754"/>
          </a:xfrm>
          <a:prstGeom prst="lef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pic>
        <p:nvPicPr>
          <p:cNvPr id="22" name="Picture 21">
            <a:extLst>
              <a:ext uri="{FF2B5EF4-FFF2-40B4-BE49-F238E27FC236}">
                <a16:creationId xmlns:a16="http://schemas.microsoft.com/office/drawing/2014/main" id="{40E9A5CE-E1F4-1926-F1A8-5CD8358B005B}"/>
              </a:ext>
            </a:extLst>
          </p:cNvPr>
          <p:cNvPicPr>
            <a:picLocks noChangeAspect="1"/>
          </p:cNvPicPr>
          <p:nvPr/>
        </p:nvPicPr>
        <p:blipFill>
          <a:blip r:embed="rId4"/>
          <a:stretch>
            <a:fillRect/>
          </a:stretch>
        </p:blipFill>
        <p:spPr>
          <a:xfrm>
            <a:off x="6092746" y="1536762"/>
            <a:ext cx="2418702" cy="3365265"/>
          </a:xfrm>
          <a:prstGeom prst="rect">
            <a:avLst/>
          </a:prstGeom>
        </p:spPr>
      </p:pic>
    </p:spTree>
    <p:extLst>
      <p:ext uri="{BB962C8B-B14F-4D97-AF65-F5344CB8AC3E}">
        <p14:creationId xmlns:p14="http://schemas.microsoft.com/office/powerpoint/2010/main" val="396550401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ubtitle 3">
            <a:extLst>
              <a:ext uri="{FF2B5EF4-FFF2-40B4-BE49-F238E27FC236}">
                <a16:creationId xmlns:a16="http://schemas.microsoft.com/office/drawing/2014/main" id="{865241B0-CCE8-B8C8-46B3-217AC5C613AA}"/>
              </a:ext>
            </a:extLst>
          </p:cNvPr>
          <p:cNvSpPr>
            <a:spLocks noGrp="1"/>
          </p:cNvSpPr>
          <p:nvPr>
            <p:ph type="subTitle" idx="1"/>
          </p:nvPr>
        </p:nvSpPr>
        <p:spPr>
          <a:xfrm>
            <a:off x="226424" y="740229"/>
            <a:ext cx="3239588" cy="668381"/>
          </a:xfrm>
        </p:spPr>
        <p:txBody>
          <a:bodyPr/>
          <a:lstStyle/>
          <a:p>
            <a:r>
              <a:rPr lang="en-US" dirty="0" err="1"/>
              <a:t>Shembulli</a:t>
            </a:r>
            <a:r>
              <a:rPr lang="en-US" dirty="0"/>
              <a:t> 2.</a:t>
            </a:r>
          </a:p>
          <a:p>
            <a:r>
              <a:rPr lang="en-US" dirty="0" err="1"/>
              <a:t>Gjetja</a:t>
            </a:r>
            <a:r>
              <a:rPr lang="en-US" dirty="0"/>
              <a:t> e </a:t>
            </a:r>
            <a:r>
              <a:rPr lang="en-US" dirty="0" err="1"/>
              <a:t>rrenjes</a:t>
            </a:r>
            <a:r>
              <a:rPr lang="en-US" dirty="0"/>
              <a:t> </a:t>
            </a:r>
            <a:r>
              <a:rPr lang="en-US" dirty="0" err="1"/>
              <a:t>katrore</a:t>
            </a:r>
            <a:endParaRPr lang="de-DE" dirty="0"/>
          </a:p>
        </p:txBody>
      </p:sp>
      <p:pic>
        <p:nvPicPr>
          <p:cNvPr id="6" name="Picture 5">
            <a:extLst>
              <a:ext uri="{FF2B5EF4-FFF2-40B4-BE49-F238E27FC236}">
                <a16:creationId xmlns:a16="http://schemas.microsoft.com/office/drawing/2014/main" id="{55300492-1246-498F-77F8-21F69AF9102D}"/>
              </a:ext>
            </a:extLst>
          </p:cNvPr>
          <p:cNvPicPr>
            <a:picLocks noChangeAspect="1"/>
          </p:cNvPicPr>
          <p:nvPr/>
        </p:nvPicPr>
        <p:blipFill>
          <a:blip r:embed="rId2"/>
          <a:stretch>
            <a:fillRect/>
          </a:stretch>
        </p:blipFill>
        <p:spPr>
          <a:xfrm>
            <a:off x="165385" y="1682931"/>
            <a:ext cx="1846295" cy="3199312"/>
          </a:xfrm>
          <a:prstGeom prst="rect">
            <a:avLst/>
          </a:prstGeom>
        </p:spPr>
      </p:pic>
      <p:pic>
        <p:nvPicPr>
          <p:cNvPr id="8" name="Picture 7">
            <a:extLst>
              <a:ext uri="{FF2B5EF4-FFF2-40B4-BE49-F238E27FC236}">
                <a16:creationId xmlns:a16="http://schemas.microsoft.com/office/drawing/2014/main" id="{E82947F6-A6E0-1192-3756-FAFE48E6A62C}"/>
              </a:ext>
            </a:extLst>
          </p:cNvPr>
          <p:cNvPicPr>
            <a:picLocks noChangeAspect="1"/>
          </p:cNvPicPr>
          <p:nvPr/>
        </p:nvPicPr>
        <p:blipFill>
          <a:blip r:embed="rId3"/>
          <a:stretch>
            <a:fillRect/>
          </a:stretch>
        </p:blipFill>
        <p:spPr>
          <a:xfrm>
            <a:off x="2146223" y="1682931"/>
            <a:ext cx="1846295" cy="3199312"/>
          </a:xfrm>
          <a:prstGeom prst="rect">
            <a:avLst/>
          </a:prstGeom>
        </p:spPr>
      </p:pic>
      <p:sp>
        <p:nvSpPr>
          <p:cNvPr id="9" name="Subtitle 3">
            <a:extLst>
              <a:ext uri="{FF2B5EF4-FFF2-40B4-BE49-F238E27FC236}">
                <a16:creationId xmlns:a16="http://schemas.microsoft.com/office/drawing/2014/main" id="{56345A6C-A4AA-988A-8AFA-438CB50E42D9}"/>
              </a:ext>
            </a:extLst>
          </p:cNvPr>
          <p:cNvSpPr txBox="1">
            <a:spLocks/>
          </p:cNvSpPr>
          <p:nvPr/>
        </p:nvSpPr>
        <p:spPr>
          <a:xfrm>
            <a:off x="4898573" y="666206"/>
            <a:ext cx="3239588" cy="668381"/>
          </a:xfrm>
          <a:prstGeom prst="rect">
            <a:avLst/>
          </a:prstGeom>
          <a:noFill/>
          <a:ln>
            <a:noFill/>
          </a:ln>
        </p:spPr>
        <p:txBody>
          <a:bodyPr spcFirstLastPara="1" wrap="square" lIns="91425" tIns="91425" rIns="91425" bIns="91425" anchor="b" anchorCtr="0">
            <a:noAutofit/>
          </a:bodyPr>
          <a:lstStyle>
            <a:defPPr marR="0" lvl="0" algn="l" rtl="0">
              <a:lnSpc>
                <a:spcPct val="100000"/>
              </a:lnSpc>
              <a:spcBef>
                <a:spcPts val="0"/>
              </a:spcBef>
              <a:spcAft>
                <a:spcPts val="0"/>
              </a:spcAft>
            </a:defPPr>
            <a:lvl1pPr marL="457200" marR="0" lvl="0" indent="-342900" algn="l" rtl="0">
              <a:lnSpc>
                <a:spcPct val="100000"/>
              </a:lnSpc>
              <a:spcBef>
                <a:spcPts val="0"/>
              </a:spcBef>
              <a:spcAft>
                <a:spcPts val="0"/>
              </a:spcAft>
              <a:buClr>
                <a:schemeClr val="lt1"/>
              </a:buClr>
              <a:buSzPts val="1800"/>
              <a:buFont typeface="Advent Pro Medium"/>
              <a:buNone/>
              <a:defRPr sz="1600" b="0" i="0" u="none" strike="noStrike" cap="none">
                <a:solidFill>
                  <a:schemeClr val="lt1"/>
                </a:solidFill>
                <a:latin typeface="Advent Pro Medium"/>
                <a:ea typeface="Advent Pro Medium"/>
                <a:cs typeface="Advent Pro Medium"/>
                <a:sym typeface="Advent Pro Medium"/>
              </a:defRPr>
            </a:lvl1pPr>
            <a:lvl2pPr marL="914400" marR="0" lvl="1" indent="-317500" algn="l" rtl="0">
              <a:lnSpc>
                <a:spcPct val="100000"/>
              </a:lnSpc>
              <a:spcBef>
                <a:spcPts val="0"/>
              </a:spcBef>
              <a:spcAft>
                <a:spcPts val="0"/>
              </a:spcAft>
              <a:buClr>
                <a:schemeClr val="lt1"/>
              </a:buClr>
              <a:buSzPts val="1400"/>
              <a:buFont typeface="Advent Pro Medium"/>
              <a:buNone/>
              <a:defRPr sz="1600" b="0" i="0" u="none" strike="noStrike" cap="none">
                <a:solidFill>
                  <a:schemeClr val="lt1"/>
                </a:solidFill>
                <a:latin typeface="Advent Pro Medium"/>
                <a:ea typeface="Advent Pro Medium"/>
                <a:cs typeface="Advent Pro Medium"/>
                <a:sym typeface="Advent Pro Medium"/>
              </a:defRPr>
            </a:lvl2pPr>
            <a:lvl3pPr marL="1371600" marR="0" lvl="2" indent="-317500" algn="l" rtl="0">
              <a:lnSpc>
                <a:spcPct val="100000"/>
              </a:lnSpc>
              <a:spcBef>
                <a:spcPts val="0"/>
              </a:spcBef>
              <a:spcAft>
                <a:spcPts val="0"/>
              </a:spcAft>
              <a:buClr>
                <a:schemeClr val="lt1"/>
              </a:buClr>
              <a:buSzPts val="1400"/>
              <a:buFont typeface="Advent Pro Medium"/>
              <a:buNone/>
              <a:defRPr sz="1600" b="0" i="0" u="none" strike="noStrike" cap="none">
                <a:solidFill>
                  <a:schemeClr val="lt1"/>
                </a:solidFill>
                <a:latin typeface="Advent Pro Medium"/>
                <a:ea typeface="Advent Pro Medium"/>
                <a:cs typeface="Advent Pro Medium"/>
                <a:sym typeface="Advent Pro Medium"/>
              </a:defRPr>
            </a:lvl3pPr>
            <a:lvl4pPr marL="1828800" marR="0" lvl="3" indent="-317500" algn="l" rtl="0">
              <a:lnSpc>
                <a:spcPct val="100000"/>
              </a:lnSpc>
              <a:spcBef>
                <a:spcPts val="0"/>
              </a:spcBef>
              <a:spcAft>
                <a:spcPts val="0"/>
              </a:spcAft>
              <a:buClr>
                <a:schemeClr val="lt1"/>
              </a:buClr>
              <a:buSzPts val="1400"/>
              <a:buFont typeface="Advent Pro Medium"/>
              <a:buNone/>
              <a:defRPr sz="1600" b="0" i="0" u="none" strike="noStrike" cap="none">
                <a:solidFill>
                  <a:schemeClr val="lt1"/>
                </a:solidFill>
                <a:latin typeface="Advent Pro Medium"/>
                <a:ea typeface="Advent Pro Medium"/>
                <a:cs typeface="Advent Pro Medium"/>
                <a:sym typeface="Advent Pro Medium"/>
              </a:defRPr>
            </a:lvl4pPr>
            <a:lvl5pPr marL="2286000" marR="0" lvl="4" indent="-317500" algn="l" rtl="0">
              <a:lnSpc>
                <a:spcPct val="100000"/>
              </a:lnSpc>
              <a:spcBef>
                <a:spcPts val="0"/>
              </a:spcBef>
              <a:spcAft>
                <a:spcPts val="0"/>
              </a:spcAft>
              <a:buClr>
                <a:schemeClr val="lt1"/>
              </a:buClr>
              <a:buSzPts val="1400"/>
              <a:buFont typeface="Advent Pro Medium"/>
              <a:buNone/>
              <a:defRPr sz="1600" b="0" i="0" u="none" strike="noStrike" cap="none">
                <a:solidFill>
                  <a:schemeClr val="lt1"/>
                </a:solidFill>
                <a:latin typeface="Advent Pro Medium"/>
                <a:ea typeface="Advent Pro Medium"/>
                <a:cs typeface="Advent Pro Medium"/>
                <a:sym typeface="Advent Pro Medium"/>
              </a:defRPr>
            </a:lvl5pPr>
            <a:lvl6pPr marL="2743200" marR="0" lvl="5" indent="-317500" algn="l" rtl="0">
              <a:lnSpc>
                <a:spcPct val="100000"/>
              </a:lnSpc>
              <a:spcBef>
                <a:spcPts val="0"/>
              </a:spcBef>
              <a:spcAft>
                <a:spcPts val="0"/>
              </a:spcAft>
              <a:buClr>
                <a:schemeClr val="lt1"/>
              </a:buClr>
              <a:buSzPts val="1400"/>
              <a:buFont typeface="Advent Pro Medium"/>
              <a:buNone/>
              <a:defRPr sz="1600" b="0" i="0" u="none" strike="noStrike" cap="none">
                <a:solidFill>
                  <a:schemeClr val="lt1"/>
                </a:solidFill>
                <a:latin typeface="Advent Pro Medium"/>
                <a:ea typeface="Advent Pro Medium"/>
                <a:cs typeface="Advent Pro Medium"/>
                <a:sym typeface="Advent Pro Medium"/>
              </a:defRPr>
            </a:lvl6pPr>
            <a:lvl7pPr marL="3200400" marR="0" lvl="6" indent="-317500" algn="l" rtl="0">
              <a:lnSpc>
                <a:spcPct val="100000"/>
              </a:lnSpc>
              <a:spcBef>
                <a:spcPts val="0"/>
              </a:spcBef>
              <a:spcAft>
                <a:spcPts val="0"/>
              </a:spcAft>
              <a:buClr>
                <a:schemeClr val="lt1"/>
              </a:buClr>
              <a:buSzPts val="1400"/>
              <a:buFont typeface="Advent Pro Medium"/>
              <a:buNone/>
              <a:defRPr sz="1600" b="0" i="0" u="none" strike="noStrike" cap="none">
                <a:solidFill>
                  <a:schemeClr val="lt1"/>
                </a:solidFill>
                <a:latin typeface="Advent Pro Medium"/>
                <a:ea typeface="Advent Pro Medium"/>
                <a:cs typeface="Advent Pro Medium"/>
                <a:sym typeface="Advent Pro Medium"/>
              </a:defRPr>
            </a:lvl7pPr>
            <a:lvl8pPr marL="3657600" marR="0" lvl="7" indent="-317500" algn="l" rtl="0">
              <a:lnSpc>
                <a:spcPct val="100000"/>
              </a:lnSpc>
              <a:spcBef>
                <a:spcPts val="0"/>
              </a:spcBef>
              <a:spcAft>
                <a:spcPts val="0"/>
              </a:spcAft>
              <a:buClr>
                <a:schemeClr val="lt1"/>
              </a:buClr>
              <a:buSzPts val="1400"/>
              <a:buFont typeface="Advent Pro Medium"/>
              <a:buNone/>
              <a:defRPr sz="1600" b="0" i="0" u="none" strike="noStrike" cap="none">
                <a:solidFill>
                  <a:schemeClr val="lt1"/>
                </a:solidFill>
                <a:latin typeface="Advent Pro Medium"/>
                <a:ea typeface="Advent Pro Medium"/>
                <a:cs typeface="Advent Pro Medium"/>
                <a:sym typeface="Advent Pro Medium"/>
              </a:defRPr>
            </a:lvl8pPr>
            <a:lvl9pPr marL="4114800" marR="0" lvl="8" indent="-317500" algn="l" rtl="0">
              <a:lnSpc>
                <a:spcPct val="100000"/>
              </a:lnSpc>
              <a:spcBef>
                <a:spcPts val="0"/>
              </a:spcBef>
              <a:spcAft>
                <a:spcPts val="0"/>
              </a:spcAft>
              <a:buClr>
                <a:schemeClr val="lt1"/>
              </a:buClr>
              <a:buSzPts val="1400"/>
              <a:buFont typeface="Advent Pro Medium"/>
              <a:buNone/>
              <a:defRPr sz="1600" b="0" i="0" u="none" strike="noStrike" cap="none">
                <a:solidFill>
                  <a:schemeClr val="lt1"/>
                </a:solidFill>
                <a:latin typeface="Advent Pro Medium"/>
                <a:ea typeface="Advent Pro Medium"/>
                <a:cs typeface="Advent Pro Medium"/>
                <a:sym typeface="Advent Pro Medium"/>
              </a:defRPr>
            </a:lvl9pPr>
          </a:lstStyle>
          <a:p>
            <a:r>
              <a:rPr lang="en-US" dirty="0" err="1"/>
              <a:t>Shembulli</a:t>
            </a:r>
            <a:r>
              <a:rPr lang="en-US" dirty="0"/>
              <a:t> 3.</a:t>
            </a:r>
          </a:p>
          <a:p>
            <a:r>
              <a:rPr lang="en-US" dirty="0" err="1"/>
              <a:t>Nje</a:t>
            </a:r>
            <a:r>
              <a:rPr lang="en-US" dirty="0"/>
              <a:t> </a:t>
            </a:r>
            <a:r>
              <a:rPr lang="en-US" dirty="0" err="1"/>
              <a:t>numer</a:t>
            </a:r>
            <a:r>
              <a:rPr lang="en-US" dirty="0"/>
              <a:t> </a:t>
            </a:r>
            <a:r>
              <a:rPr lang="en-US" dirty="0" err="1"/>
              <a:t>i</a:t>
            </a:r>
            <a:r>
              <a:rPr lang="en-US" dirty="0"/>
              <a:t> </a:t>
            </a:r>
            <a:r>
              <a:rPr lang="en-US" dirty="0" err="1"/>
              <a:t>ngitur</a:t>
            </a:r>
            <a:r>
              <a:rPr lang="en-US" dirty="0"/>
              <a:t> ne </a:t>
            </a:r>
            <a:r>
              <a:rPr lang="en-US" dirty="0" err="1"/>
              <a:t>fuqin</a:t>
            </a:r>
            <a:r>
              <a:rPr lang="en-US" dirty="0"/>
              <a:t> 2 </a:t>
            </a:r>
          </a:p>
        </p:txBody>
      </p:sp>
      <p:pic>
        <p:nvPicPr>
          <p:cNvPr id="11" name="Picture 10">
            <a:extLst>
              <a:ext uri="{FF2B5EF4-FFF2-40B4-BE49-F238E27FC236}">
                <a16:creationId xmlns:a16="http://schemas.microsoft.com/office/drawing/2014/main" id="{5371EB0C-ED41-9B3E-E1D3-0B5A3CBB4B19}"/>
              </a:ext>
            </a:extLst>
          </p:cNvPr>
          <p:cNvPicPr>
            <a:picLocks noChangeAspect="1"/>
          </p:cNvPicPr>
          <p:nvPr/>
        </p:nvPicPr>
        <p:blipFill>
          <a:blip r:embed="rId4"/>
          <a:stretch>
            <a:fillRect/>
          </a:stretch>
        </p:blipFill>
        <p:spPr>
          <a:xfrm>
            <a:off x="4898573" y="1682931"/>
            <a:ext cx="1938914" cy="3199312"/>
          </a:xfrm>
          <a:prstGeom prst="rect">
            <a:avLst/>
          </a:prstGeom>
        </p:spPr>
      </p:pic>
      <p:pic>
        <p:nvPicPr>
          <p:cNvPr id="13" name="Picture 12">
            <a:extLst>
              <a:ext uri="{FF2B5EF4-FFF2-40B4-BE49-F238E27FC236}">
                <a16:creationId xmlns:a16="http://schemas.microsoft.com/office/drawing/2014/main" id="{36C7B231-ABB3-7EFE-D6C3-9AAAA3A36426}"/>
              </a:ext>
            </a:extLst>
          </p:cNvPr>
          <p:cNvPicPr>
            <a:picLocks noChangeAspect="1"/>
          </p:cNvPicPr>
          <p:nvPr/>
        </p:nvPicPr>
        <p:blipFill>
          <a:blip r:embed="rId5"/>
          <a:stretch>
            <a:fillRect/>
          </a:stretch>
        </p:blipFill>
        <p:spPr>
          <a:xfrm>
            <a:off x="7039701" y="1682931"/>
            <a:ext cx="1938914" cy="3199312"/>
          </a:xfrm>
          <a:prstGeom prst="rect">
            <a:avLst/>
          </a:prstGeom>
        </p:spPr>
      </p:pic>
    </p:spTree>
    <p:extLst>
      <p:ext uri="{BB962C8B-B14F-4D97-AF65-F5344CB8AC3E}">
        <p14:creationId xmlns:p14="http://schemas.microsoft.com/office/powerpoint/2010/main" val="85724508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ubtitle 3">
            <a:extLst>
              <a:ext uri="{FF2B5EF4-FFF2-40B4-BE49-F238E27FC236}">
                <a16:creationId xmlns:a16="http://schemas.microsoft.com/office/drawing/2014/main" id="{12D68A01-4B6E-9359-02EC-E0D1FCB309AE}"/>
              </a:ext>
            </a:extLst>
          </p:cNvPr>
          <p:cNvSpPr>
            <a:spLocks noGrp="1"/>
          </p:cNvSpPr>
          <p:nvPr>
            <p:ph type="subTitle" idx="1"/>
          </p:nvPr>
        </p:nvSpPr>
        <p:spPr>
          <a:xfrm>
            <a:off x="531290" y="722812"/>
            <a:ext cx="4790400" cy="650965"/>
          </a:xfrm>
        </p:spPr>
        <p:txBody>
          <a:bodyPr/>
          <a:lstStyle/>
          <a:p>
            <a:r>
              <a:rPr lang="en-US" dirty="0" err="1"/>
              <a:t>Shembulli</a:t>
            </a:r>
            <a:r>
              <a:rPr lang="en-US" dirty="0"/>
              <a:t> 4.</a:t>
            </a:r>
          </a:p>
          <a:p>
            <a:r>
              <a:rPr lang="en-US" dirty="0" err="1"/>
              <a:t>Zbritja</a:t>
            </a:r>
            <a:r>
              <a:rPr lang="en-US" dirty="0"/>
              <a:t> e </a:t>
            </a:r>
            <a:r>
              <a:rPr lang="en-US" dirty="0" err="1"/>
              <a:t>dy</a:t>
            </a:r>
            <a:r>
              <a:rPr lang="en-US" dirty="0"/>
              <a:t> </a:t>
            </a:r>
            <a:r>
              <a:rPr lang="en-US" dirty="0" err="1"/>
              <a:t>numerave</a:t>
            </a:r>
            <a:endParaRPr lang="de-DE" dirty="0"/>
          </a:p>
        </p:txBody>
      </p:sp>
      <p:pic>
        <p:nvPicPr>
          <p:cNvPr id="6" name="Picture 5">
            <a:extLst>
              <a:ext uri="{FF2B5EF4-FFF2-40B4-BE49-F238E27FC236}">
                <a16:creationId xmlns:a16="http://schemas.microsoft.com/office/drawing/2014/main" id="{5D0B1A6F-2937-AC09-B606-1F34FD18CB94}"/>
              </a:ext>
            </a:extLst>
          </p:cNvPr>
          <p:cNvPicPr>
            <a:picLocks noChangeAspect="1"/>
          </p:cNvPicPr>
          <p:nvPr/>
        </p:nvPicPr>
        <p:blipFill>
          <a:blip r:embed="rId2"/>
          <a:stretch>
            <a:fillRect/>
          </a:stretch>
        </p:blipFill>
        <p:spPr>
          <a:xfrm>
            <a:off x="609600" y="1672046"/>
            <a:ext cx="2063260" cy="3187918"/>
          </a:xfrm>
          <a:prstGeom prst="rect">
            <a:avLst/>
          </a:prstGeom>
        </p:spPr>
      </p:pic>
      <p:pic>
        <p:nvPicPr>
          <p:cNvPr id="8" name="Picture 7">
            <a:extLst>
              <a:ext uri="{FF2B5EF4-FFF2-40B4-BE49-F238E27FC236}">
                <a16:creationId xmlns:a16="http://schemas.microsoft.com/office/drawing/2014/main" id="{5AB8FD91-1493-B71E-F711-1F60FE8DEF7C}"/>
              </a:ext>
            </a:extLst>
          </p:cNvPr>
          <p:cNvPicPr>
            <a:picLocks noChangeAspect="1"/>
          </p:cNvPicPr>
          <p:nvPr/>
        </p:nvPicPr>
        <p:blipFill>
          <a:blip r:embed="rId3"/>
          <a:stretch>
            <a:fillRect/>
          </a:stretch>
        </p:blipFill>
        <p:spPr>
          <a:xfrm>
            <a:off x="3005048" y="1672046"/>
            <a:ext cx="2190793" cy="3187918"/>
          </a:xfrm>
          <a:prstGeom prst="rect">
            <a:avLst/>
          </a:prstGeom>
        </p:spPr>
      </p:pic>
      <p:pic>
        <p:nvPicPr>
          <p:cNvPr id="10" name="Picture 9">
            <a:extLst>
              <a:ext uri="{FF2B5EF4-FFF2-40B4-BE49-F238E27FC236}">
                <a16:creationId xmlns:a16="http://schemas.microsoft.com/office/drawing/2014/main" id="{74588F90-9DB2-386B-8A67-939AEEC4DBE7}"/>
              </a:ext>
            </a:extLst>
          </p:cNvPr>
          <p:cNvPicPr>
            <a:picLocks noChangeAspect="1"/>
          </p:cNvPicPr>
          <p:nvPr/>
        </p:nvPicPr>
        <p:blipFill>
          <a:blip r:embed="rId4"/>
          <a:stretch>
            <a:fillRect/>
          </a:stretch>
        </p:blipFill>
        <p:spPr>
          <a:xfrm>
            <a:off x="5455332" y="1672046"/>
            <a:ext cx="2190793" cy="3187918"/>
          </a:xfrm>
          <a:prstGeom prst="rect">
            <a:avLst/>
          </a:prstGeom>
        </p:spPr>
      </p:pic>
      <p:sp>
        <p:nvSpPr>
          <p:cNvPr id="11" name="Arrow: Left 10">
            <a:extLst>
              <a:ext uri="{FF2B5EF4-FFF2-40B4-BE49-F238E27FC236}">
                <a16:creationId xmlns:a16="http://schemas.microsoft.com/office/drawing/2014/main" id="{D72698BA-7D1E-1EED-F4C2-F445A48E676B}"/>
              </a:ext>
            </a:extLst>
          </p:cNvPr>
          <p:cNvSpPr/>
          <p:nvPr/>
        </p:nvSpPr>
        <p:spPr>
          <a:xfrm>
            <a:off x="2542231" y="3570515"/>
            <a:ext cx="254906" cy="113211"/>
          </a:xfrm>
          <a:prstGeom prst="lef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12" name="Arrow: Left 11">
            <a:extLst>
              <a:ext uri="{FF2B5EF4-FFF2-40B4-BE49-F238E27FC236}">
                <a16:creationId xmlns:a16="http://schemas.microsoft.com/office/drawing/2014/main" id="{D1999DA2-0213-48E1-E1A8-65460ECAC895}"/>
              </a:ext>
            </a:extLst>
          </p:cNvPr>
          <p:cNvSpPr/>
          <p:nvPr/>
        </p:nvSpPr>
        <p:spPr>
          <a:xfrm>
            <a:off x="5037482" y="4420688"/>
            <a:ext cx="254906" cy="113211"/>
          </a:xfrm>
          <a:prstGeom prst="lef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Tree>
    <p:extLst>
      <p:ext uri="{BB962C8B-B14F-4D97-AF65-F5344CB8AC3E}">
        <p14:creationId xmlns:p14="http://schemas.microsoft.com/office/powerpoint/2010/main" val="269527214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a:extLst>
              <a:ext uri="{FF2B5EF4-FFF2-40B4-BE49-F238E27FC236}">
                <a16:creationId xmlns:a16="http://schemas.microsoft.com/office/drawing/2014/main" id="{754BA66D-D03B-EB34-928D-5685E991980E}"/>
              </a:ext>
            </a:extLst>
          </p:cNvPr>
          <p:cNvSpPr>
            <a:spLocks noGrp="1"/>
          </p:cNvSpPr>
          <p:nvPr>
            <p:ph type="title" idx="6"/>
          </p:nvPr>
        </p:nvSpPr>
        <p:spPr>
          <a:xfrm>
            <a:off x="3056165" y="2285400"/>
            <a:ext cx="7717500" cy="572700"/>
          </a:xfrm>
        </p:spPr>
        <p:txBody>
          <a:bodyPr/>
          <a:lstStyle/>
          <a:p>
            <a:r>
              <a:rPr lang="en-US" dirty="0" err="1">
                <a:solidFill>
                  <a:schemeClr val="accent1">
                    <a:lumMod val="75000"/>
                  </a:schemeClr>
                </a:solidFill>
              </a:rPr>
              <a:t>Faleminderit</a:t>
            </a:r>
            <a:endParaRPr lang="de-DE" dirty="0">
              <a:solidFill>
                <a:schemeClr val="accent1">
                  <a:lumMod val="75000"/>
                </a:schemeClr>
              </a:solidFill>
            </a:endParaRPr>
          </a:p>
        </p:txBody>
      </p:sp>
      <p:pic>
        <p:nvPicPr>
          <p:cNvPr id="9" name="Google Shape;1205;p66">
            <a:extLst>
              <a:ext uri="{FF2B5EF4-FFF2-40B4-BE49-F238E27FC236}">
                <a16:creationId xmlns:a16="http://schemas.microsoft.com/office/drawing/2014/main" id="{9B812F01-35E1-91FD-D00F-75CD4BB564A9}"/>
              </a:ext>
            </a:extLst>
          </p:cNvPr>
          <p:cNvPicPr preferRelativeResize="0"/>
          <p:nvPr/>
        </p:nvPicPr>
        <p:blipFill>
          <a:blip r:embed="rId2">
            <a:alphaModFix/>
          </a:blip>
          <a:stretch>
            <a:fillRect/>
          </a:stretch>
        </p:blipFill>
        <p:spPr>
          <a:xfrm rot="5400000">
            <a:off x="5448024" y="-596815"/>
            <a:ext cx="4916874" cy="3637250"/>
          </a:xfrm>
          <a:prstGeom prst="rect">
            <a:avLst/>
          </a:prstGeom>
          <a:noFill/>
          <a:ln>
            <a:noFill/>
          </a:ln>
        </p:spPr>
      </p:pic>
      <p:pic>
        <p:nvPicPr>
          <p:cNvPr id="10" name="Google Shape;1205;p66">
            <a:extLst>
              <a:ext uri="{FF2B5EF4-FFF2-40B4-BE49-F238E27FC236}">
                <a16:creationId xmlns:a16="http://schemas.microsoft.com/office/drawing/2014/main" id="{46682905-DB76-F1DC-82BB-F022A7ACADE2}"/>
              </a:ext>
            </a:extLst>
          </p:cNvPr>
          <p:cNvPicPr preferRelativeResize="0"/>
          <p:nvPr/>
        </p:nvPicPr>
        <p:blipFill>
          <a:blip r:embed="rId2">
            <a:alphaModFix/>
          </a:blip>
          <a:stretch>
            <a:fillRect/>
          </a:stretch>
        </p:blipFill>
        <p:spPr>
          <a:xfrm rot="5400000">
            <a:off x="6685563" y="1382648"/>
            <a:ext cx="4916874" cy="3637250"/>
          </a:xfrm>
          <a:prstGeom prst="rect">
            <a:avLst/>
          </a:prstGeom>
          <a:noFill/>
          <a:ln>
            <a:noFill/>
          </a:ln>
        </p:spPr>
      </p:pic>
    </p:spTree>
    <p:extLst>
      <p:ext uri="{BB962C8B-B14F-4D97-AF65-F5344CB8AC3E}">
        <p14:creationId xmlns:p14="http://schemas.microsoft.com/office/powerpoint/2010/main" val="2090350284"/>
      </p:ext>
    </p:extLst>
  </p:cSld>
  <p:clrMapOvr>
    <a:masterClrMapping/>
  </p:clrMapOvr>
</p:sld>
</file>

<file path=ppt/theme/theme1.xml><?xml version="1.0" encoding="utf-8"?>
<a:theme xmlns:a="http://schemas.openxmlformats.org/drawingml/2006/main" name="Software Testing Company by Slidesgo">
  <a:themeElements>
    <a:clrScheme name="Simple Light">
      <a:dk1>
        <a:srgbClr val="FFFFFF"/>
      </a:dk1>
      <a:lt1>
        <a:srgbClr val="FFFFFF"/>
      </a:lt1>
      <a:dk2>
        <a:srgbClr val="000607"/>
      </a:dk2>
      <a:lt2>
        <a:srgbClr val="004651"/>
      </a:lt2>
      <a:accent1>
        <a:srgbClr val="00AB8D"/>
      </a:accent1>
      <a:accent2>
        <a:srgbClr val="FFFFFF"/>
      </a:accent2>
      <a:accent3>
        <a:srgbClr val="FFFFFF"/>
      </a:accent3>
      <a:accent4>
        <a:srgbClr val="FFFFFF"/>
      </a:accent4>
      <a:accent5>
        <a:srgbClr val="FFFFFF"/>
      </a:accent5>
      <a:accent6>
        <a:srgbClr val="FFFFFF"/>
      </a:accent6>
      <a:hlink>
        <a:srgbClr val="FFFFFF"/>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302</Words>
  <Application>Microsoft Office PowerPoint</Application>
  <PresentationFormat>On-screen Show (16:9)</PresentationFormat>
  <Paragraphs>35</Paragraphs>
  <Slides>19</Slides>
  <Notes>9</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19</vt:i4>
      </vt:variant>
    </vt:vector>
  </HeadingPairs>
  <TitlesOfParts>
    <vt:vector size="28" baseType="lpstr">
      <vt:lpstr>Advent Pro Medium</vt:lpstr>
      <vt:lpstr>Advent Pro</vt:lpstr>
      <vt:lpstr>Chivo</vt:lpstr>
      <vt:lpstr>Times New Roman</vt:lpstr>
      <vt:lpstr>Aldrich</vt:lpstr>
      <vt:lpstr>Abhaya Libre</vt:lpstr>
      <vt:lpstr>Arial</vt:lpstr>
      <vt:lpstr>Roboto Condensed Light</vt:lpstr>
      <vt:lpstr>Software Testing Company by Slidesgo</vt:lpstr>
      <vt:lpstr>MATEMATIKE Tema: Kalkulatori</vt:lpstr>
      <vt:lpstr>TABLE OF CONTENTS</vt:lpstr>
      <vt:lpstr>Hyrje</vt:lpstr>
      <vt:lpstr>Përshkrimi i funksioneve që mundëson kalkualtori  </vt:lpstr>
      <vt:lpstr>02</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03</vt:lpstr>
      <vt:lpstr>IDE-n qe kam perzgjedhur per ta shkruar kodin eshte Neatbeans. Si fillim krijojme nje projekt te ri, me pas klikojme New project, zgjedhim kategorin Java with Ant  dhe projekt:  Java Aplication klikojme next dhe vendosim emrin e deshiruar te projektit. Pastaj e krijojm nje jFrame form. Ne jFrame ne e dizajnojme  kalkulatorin varesisht prej deshires tone. Si fillim marrim nje Panel per ti dhene nje ngjyre kalkulatorit, marrim butonat ku do te vendosim numrat dhe shenjat dhe marrim nje TextField qe te na mundesoj te shfaqen numrat pas krijimit te kodit. Tek opsioni Properties ne mund te shkruajme tekstin qe deshirojme, ta ndryshojme madhesine e tekstit poashtu dhe ngjyren ne background. Tek Designs klikojm ne jFrame dhe ne properties =&gt; name, e emertojme jFrame “Calculator”. Pastaj klikojm ne secilin buton me radhe dhe shkruajm kodin perkates per secalin funksion qe te mundesojme llogaritjen e numrave te ndryshem. </vt:lpstr>
      <vt:lpstr>Shembull</vt:lpstr>
      <vt:lpstr>PowerPoint Presentation</vt:lpstr>
      <vt:lpstr>PowerPoint Presentation</vt:lpstr>
      <vt:lpstr>PowerPoint Presentation</vt:lpstr>
      <vt:lpstr>Faleminderit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MATEMATIKE Tema: Kalkulatori</dc:title>
  <dc:creator>Blenda</dc:creator>
  <cp:lastModifiedBy>Blenda Abazi</cp:lastModifiedBy>
  <cp:revision>1</cp:revision>
  <dcterms:modified xsi:type="dcterms:W3CDTF">2023-03-08T14:00:28Z</dcterms:modified>
</cp:coreProperties>
</file>