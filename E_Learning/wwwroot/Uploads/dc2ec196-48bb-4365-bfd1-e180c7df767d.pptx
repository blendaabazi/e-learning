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0" r:id="rId1"/>
  </p:sldMasterIdLst>
  <p:notesMasterIdLst>
    <p:notesMasterId r:id="rId23"/>
  </p:notesMasterIdLst>
  <p:sldIdLst>
    <p:sldId id="256" r:id="rId2"/>
    <p:sldId id="258" r:id="rId3"/>
    <p:sldId id="261" r:id="rId4"/>
    <p:sldId id="264" r:id="rId5"/>
    <p:sldId id="269" r:id="rId6"/>
    <p:sldId id="272" r:id="rId7"/>
    <p:sldId id="310" r:id="rId8"/>
    <p:sldId id="311" r:id="rId9"/>
    <p:sldId id="312" r:id="rId10"/>
    <p:sldId id="313" r:id="rId11"/>
    <p:sldId id="314" r:id="rId12"/>
    <p:sldId id="315" r:id="rId13"/>
    <p:sldId id="273" r:id="rId14"/>
    <p:sldId id="277" r:id="rId15"/>
    <p:sldId id="278" r:id="rId16"/>
    <p:sldId id="316" r:id="rId17"/>
    <p:sldId id="318" r:id="rId18"/>
    <p:sldId id="320" r:id="rId19"/>
    <p:sldId id="321" r:id="rId20"/>
    <p:sldId id="317" r:id="rId21"/>
    <p:sldId id="319" r:id="rId22"/>
  </p:sldIdLst>
  <p:sldSz cx="9144000" cy="5143500" type="screen16x9"/>
  <p:notesSz cx="6858000" cy="9144000"/>
  <p:embeddedFontLst>
    <p:embeddedFont>
      <p:font typeface="Abhaya Libre" panose="020B0604020202020204" charset="0"/>
      <p:regular r:id="rId24"/>
      <p:bold r:id="rId25"/>
    </p:embeddedFont>
    <p:embeddedFont>
      <p:font typeface="Advent Pro" panose="020B0604020202020204" charset="0"/>
      <p:regular r:id="rId26"/>
      <p:bold r:id="rId27"/>
      <p:italic r:id="rId28"/>
      <p:boldItalic r:id="rId29"/>
    </p:embeddedFont>
    <p:embeddedFont>
      <p:font typeface="Advent Pro Medium" panose="020B0604020202020204" charset="0"/>
      <p:regular r:id="rId30"/>
      <p:bold r:id="rId31"/>
      <p:italic r:id="rId32"/>
      <p:boldItalic r:id="rId33"/>
    </p:embeddedFont>
    <p:embeddedFont>
      <p:font typeface="Aldrich" panose="020B0604020202020204" charset="0"/>
      <p:regular r:id="rId34"/>
    </p:embeddedFont>
    <p:embeddedFont>
      <p:font typeface="Roboto Condensed Light" panose="02000000000000000000" pitchFamily="2" charset="0"/>
      <p:regular r:id="rId35"/>
      <p: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C97E033-642D-4099-9873-32F4057DC744}">
  <a:tblStyle styleId="{AC97E033-642D-4099-9873-32F4057DC74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18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lenda Abazi" userId="d95be8ed01045f95" providerId="LiveId" clId="{AD69A07E-F672-4C63-9BB1-86F184DD912D}"/>
    <pc:docChg chg="undo custSel addSld modSld sldOrd">
      <pc:chgData name="Blenda Abazi" userId="d95be8ed01045f95" providerId="LiveId" clId="{AD69A07E-F672-4C63-9BB1-86F184DD912D}" dt="2023-03-08T22:23:33.779" v="239" actId="20577"/>
      <pc:docMkLst>
        <pc:docMk/>
      </pc:docMkLst>
      <pc:sldChg chg="modSp mod">
        <pc:chgData name="Blenda Abazi" userId="d95be8ed01045f95" providerId="LiveId" clId="{AD69A07E-F672-4C63-9BB1-86F184DD912D}" dt="2023-03-08T22:23:33.779" v="239" actId="20577"/>
        <pc:sldMkLst>
          <pc:docMk/>
          <pc:sldMk cId="0" sldId="256"/>
        </pc:sldMkLst>
        <pc:spChg chg="mod">
          <ac:chgData name="Blenda Abazi" userId="d95be8ed01045f95" providerId="LiveId" clId="{AD69A07E-F672-4C63-9BB1-86F184DD912D}" dt="2023-03-08T14:17:00.472" v="215" actId="14100"/>
          <ac:spMkLst>
            <pc:docMk/>
            <pc:sldMk cId="0" sldId="256"/>
            <ac:spMk id="390" creationId="{00000000-0000-0000-0000-000000000000}"/>
          </ac:spMkLst>
        </pc:spChg>
        <pc:spChg chg="mod">
          <ac:chgData name="Blenda Abazi" userId="d95be8ed01045f95" providerId="LiveId" clId="{AD69A07E-F672-4C63-9BB1-86F184DD912D}" dt="2023-03-08T22:23:33.779" v="239" actId="20577"/>
          <ac:spMkLst>
            <pc:docMk/>
            <pc:sldMk cId="0" sldId="256"/>
            <ac:spMk id="391" creationId="{00000000-0000-0000-0000-000000000000}"/>
          </ac:spMkLst>
        </pc:spChg>
      </pc:sldChg>
      <pc:sldChg chg="addSp delSp modSp mod">
        <pc:chgData name="Blenda Abazi" userId="d95be8ed01045f95" providerId="LiveId" clId="{AD69A07E-F672-4C63-9BB1-86F184DD912D}" dt="2023-03-08T14:12:14.465" v="175" actId="14100"/>
        <pc:sldMkLst>
          <pc:docMk/>
          <pc:sldMk cId="0" sldId="258"/>
        </pc:sldMkLst>
        <pc:spChg chg="add mod">
          <ac:chgData name="Blenda Abazi" userId="d95be8ed01045f95" providerId="LiveId" clId="{AD69A07E-F672-4C63-9BB1-86F184DD912D}" dt="2023-03-08T14:11:43.073" v="162" actId="21"/>
          <ac:spMkLst>
            <pc:docMk/>
            <pc:sldMk cId="0" sldId="258"/>
            <ac:spMk id="3" creationId="{D09F672D-A168-9D29-AF10-62F167E15A24}"/>
          </ac:spMkLst>
        </pc:spChg>
        <pc:spChg chg="del mod">
          <ac:chgData name="Blenda Abazi" userId="d95be8ed01045f95" providerId="LiveId" clId="{AD69A07E-F672-4C63-9BB1-86F184DD912D}" dt="2023-03-08T14:11:43.073" v="162" actId="21"/>
          <ac:spMkLst>
            <pc:docMk/>
            <pc:sldMk cId="0" sldId="258"/>
            <ac:spMk id="409" creationId="{00000000-0000-0000-0000-000000000000}"/>
          </ac:spMkLst>
        </pc:spChg>
        <pc:spChg chg="mod">
          <ac:chgData name="Blenda Abazi" userId="d95be8ed01045f95" providerId="LiveId" clId="{AD69A07E-F672-4C63-9BB1-86F184DD912D}" dt="2023-03-08T14:11:46.171" v="164" actId="403"/>
          <ac:spMkLst>
            <pc:docMk/>
            <pc:sldMk cId="0" sldId="258"/>
            <ac:spMk id="411" creationId="{00000000-0000-0000-0000-000000000000}"/>
          </ac:spMkLst>
        </pc:spChg>
        <pc:spChg chg="mod">
          <ac:chgData name="Blenda Abazi" userId="d95be8ed01045f95" providerId="LiveId" clId="{AD69A07E-F672-4C63-9BB1-86F184DD912D}" dt="2023-03-08T14:11:49.632" v="166" actId="403"/>
          <ac:spMkLst>
            <pc:docMk/>
            <pc:sldMk cId="0" sldId="258"/>
            <ac:spMk id="414" creationId="{00000000-0000-0000-0000-000000000000}"/>
          </ac:spMkLst>
        </pc:spChg>
        <pc:spChg chg="mod">
          <ac:chgData name="Blenda Abazi" userId="d95be8ed01045f95" providerId="LiveId" clId="{AD69A07E-F672-4C63-9BB1-86F184DD912D}" dt="2023-03-08T14:12:14.465" v="175" actId="14100"/>
          <ac:spMkLst>
            <pc:docMk/>
            <pc:sldMk cId="0" sldId="258"/>
            <ac:spMk id="417" creationId="{00000000-0000-0000-0000-000000000000}"/>
          </ac:spMkLst>
        </pc:spChg>
        <pc:spChg chg="mod">
          <ac:chgData name="Blenda Abazi" userId="d95be8ed01045f95" providerId="LiveId" clId="{AD69A07E-F672-4C63-9BB1-86F184DD912D}" dt="2023-03-08T14:11:55.895" v="170" actId="403"/>
          <ac:spMkLst>
            <pc:docMk/>
            <pc:sldMk cId="0" sldId="258"/>
            <ac:spMk id="420" creationId="{00000000-0000-0000-0000-000000000000}"/>
          </ac:spMkLst>
        </pc:spChg>
      </pc:sldChg>
      <pc:sldChg chg="modSp mod">
        <pc:chgData name="Blenda Abazi" userId="d95be8ed01045f95" providerId="LiveId" clId="{AD69A07E-F672-4C63-9BB1-86F184DD912D}" dt="2023-03-08T14:17:57.716" v="219" actId="20577"/>
        <pc:sldMkLst>
          <pc:docMk/>
          <pc:sldMk cId="0" sldId="264"/>
        </pc:sldMkLst>
        <pc:spChg chg="mod">
          <ac:chgData name="Blenda Abazi" userId="d95be8ed01045f95" providerId="LiveId" clId="{AD69A07E-F672-4C63-9BB1-86F184DD912D}" dt="2023-03-08T14:17:57.716" v="219" actId="20577"/>
          <ac:spMkLst>
            <pc:docMk/>
            <pc:sldMk cId="0" sldId="264"/>
            <ac:spMk id="508" creationId="{00000000-0000-0000-0000-000000000000}"/>
          </ac:spMkLst>
        </pc:spChg>
      </pc:sldChg>
      <pc:sldChg chg="modSp mod">
        <pc:chgData name="Blenda Abazi" userId="d95be8ed01045f95" providerId="LiveId" clId="{AD69A07E-F672-4C63-9BB1-86F184DD912D}" dt="2023-03-08T14:16:19.460" v="212" actId="20577"/>
        <pc:sldMkLst>
          <pc:docMk/>
          <pc:sldMk cId="0" sldId="277"/>
        </pc:sldMkLst>
        <pc:spChg chg="mod">
          <ac:chgData name="Blenda Abazi" userId="d95be8ed01045f95" providerId="LiveId" clId="{AD69A07E-F672-4C63-9BB1-86F184DD912D}" dt="2023-03-08T14:16:19.460" v="212" actId="20577"/>
          <ac:spMkLst>
            <pc:docMk/>
            <pc:sldMk cId="0" sldId="277"/>
            <ac:spMk id="1200" creationId="{00000000-0000-0000-0000-000000000000}"/>
          </ac:spMkLst>
        </pc:spChg>
      </pc:sldChg>
      <pc:sldChg chg="modSp mod">
        <pc:chgData name="Blenda Abazi" userId="d95be8ed01045f95" providerId="LiveId" clId="{AD69A07E-F672-4C63-9BB1-86F184DD912D}" dt="2023-03-08T14:11:20.610" v="152" actId="20577"/>
        <pc:sldMkLst>
          <pc:docMk/>
          <pc:sldMk cId="0" sldId="278"/>
        </pc:sldMkLst>
        <pc:spChg chg="mod">
          <ac:chgData name="Blenda Abazi" userId="d95be8ed01045f95" providerId="LiveId" clId="{AD69A07E-F672-4C63-9BB1-86F184DD912D}" dt="2023-03-08T14:11:20.610" v="152" actId="20577"/>
          <ac:spMkLst>
            <pc:docMk/>
            <pc:sldMk cId="0" sldId="278"/>
            <ac:spMk id="1211" creationId="{00000000-0000-0000-0000-000000000000}"/>
          </ac:spMkLst>
        </pc:spChg>
      </pc:sldChg>
      <pc:sldChg chg="modSp mod">
        <pc:chgData name="Blenda Abazi" userId="d95be8ed01045f95" providerId="LiveId" clId="{AD69A07E-F672-4C63-9BB1-86F184DD912D}" dt="2023-03-08T14:13:13.412" v="177" actId="14100"/>
        <pc:sldMkLst>
          <pc:docMk/>
          <pc:sldMk cId="2057672386" sldId="312"/>
        </pc:sldMkLst>
        <pc:picChg chg="mod">
          <ac:chgData name="Blenda Abazi" userId="d95be8ed01045f95" providerId="LiveId" clId="{AD69A07E-F672-4C63-9BB1-86F184DD912D}" dt="2023-03-08T14:13:13.412" v="177" actId="14100"/>
          <ac:picMkLst>
            <pc:docMk/>
            <pc:sldMk cId="2057672386" sldId="312"/>
            <ac:picMk id="4" creationId="{87AACAD8-B8B1-6C20-94DA-67E38BD85637}"/>
          </ac:picMkLst>
        </pc:picChg>
      </pc:sldChg>
      <pc:sldChg chg="modSp mod">
        <pc:chgData name="Blenda Abazi" userId="d95be8ed01045f95" providerId="LiveId" clId="{AD69A07E-F672-4C63-9BB1-86F184DD912D}" dt="2023-03-08T14:13:19.232" v="178" actId="14100"/>
        <pc:sldMkLst>
          <pc:docMk/>
          <pc:sldMk cId="2039515953" sldId="313"/>
        </pc:sldMkLst>
        <pc:picChg chg="mod">
          <ac:chgData name="Blenda Abazi" userId="d95be8ed01045f95" providerId="LiveId" clId="{AD69A07E-F672-4C63-9BB1-86F184DD912D}" dt="2023-03-08T14:13:19.232" v="178" actId="14100"/>
          <ac:picMkLst>
            <pc:docMk/>
            <pc:sldMk cId="2039515953" sldId="313"/>
            <ac:picMk id="4" creationId="{2CDF138F-7F4D-8227-3339-2FE18FB638F0}"/>
          </ac:picMkLst>
        </pc:picChg>
      </pc:sldChg>
      <pc:sldChg chg="modSp mod">
        <pc:chgData name="Blenda Abazi" userId="d95be8ed01045f95" providerId="LiveId" clId="{AD69A07E-F672-4C63-9BB1-86F184DD912D}" dt="2023-03-08T14:13:25.655" v="179" actId="14100"/>
        <pc:sldMkLst>
          <pc:docMk/>
          <pc:sldMk cId="283506815" sldId="314"/>
        </pc:sldMkLst>
        <pc:picChg chg="mod">
          <ac:chgData name="Blenda Abazi" userId="d95be8ed01045f95" providerId="LiveId" clId="{AD69A07E-F672-4C63-9BB1-86F184DD912D}" dt="2023-03-08T14:13:25.655" v="179" actId="14100"/>
          <ac:picMkLst>
            <pc:docMk/>
            <pc:sldMk cId="283506815" sldId="314"/>
            <ac:picMk id="4" creationId="{D0ECA67D-57FF-3C31-BA8E-9F1888CED38A}"/>
          </ac:picMkLst>
        </pc:picChg>
      </pc:sldChg>
      <pc:sldChg chg="modSp mod">
        <pc:chgData name="Blenda Abazi" userId="d95be8ed01045f95" providerId="LiveId" clId="{AD69A07E-F672-4C63-9BB1-86F184DD912D}" dt="2023-03-08T14:13:30.764" v="180" actId="14100"/>
        <pc:sldMkLst>
          <pc:docMk/>
          <pc:sldMk cId="2093689532" sldId="315"/>
        </pc:sldMkLst>
        <pc:picChg chg="mod">
          <ac:chgData name="Blenda Abazi" userId="d95be8ed01045f95" providerId="LiveId" clId="{AD69A07E-F672-4C63-9BB1-86F184DD912D}" dt="2023-03-08T14:13:30.764" v="180" actId="14100"/>
          <ac:picMkLst>
            <pc:docMk/>
            <pc:sldMk cId="2093689532" sldId="315"/>
            <ac:picMk id="4" creationId="{2141B394-997C-3292-FB19-CFF7095989C9}"/>
          </ac:picMkLst>
        </pc:picChg>
      </pc:sldChg>
      <pc:sldChg chg="addSp modSp mod ord">
        <pc:chgData name="Blenda Abazi" userId="d95be8ed01045f95" providerId="LiveId" clId="{AD69A07E-F672-4C63-9BB1-86F184DD912D}" dt="2023-03-08T14:22:48.447" v="232" actId="20577"/>
        <pc:sldMkLst>
          <pc:docMk/>
          <pc:sldMk cId="857245084" sldId="317"/>
        </pc:sldMkLst>
        <pc:spChg chg="add mod">
          <ac:chgData name="Blenda Abazi" userId="d95be8ed01045f95" providerId="LiveId" clId="{AD69A07E-F672-4C63-9BB1-86F184DD912D}" dt="2023-03-08T14:13:54.183" v="182" actId="1076"/>
          <ac:spMkLst>
            <pc:docMk/>
            <pc:sldMk cId="857245084" sldId="317"/>
            <ac:spMk id="2" creationId="{4EA8DD21-9C35-8818-EFAC-774F80AF8555}"/>
          </ac:spMkLst>
        </pc:spChg>
        <pc:spChg chg="add mod">
          <ac:chgData name="Blenda Abazi" userId="d95be8ed01045f95" providerId="LiveId" clId="{AD69A07E-F672-4C63-9BB1-86F184DD912D}" dt="2023-03-08T14:14:01.349" v="184" actId="1076"/>
          <ac:spMkLst>
            <pc:docMk/>
            <pc:sldMk cId="857245084" sldId="317"/>
            <ac:spMk id="3" creationId="{B8EFAD33-BF01-A416-A9AE-3CAD8A17D500}"/>
          </ac:spMkLst>
        </pc:spChg>
        <pc:spChg chg="mod">
          <ac:chgData name="Blenda Abazi" userId="d95be8ed01045f95" providerId="LiveId" clId="{AD69A07E-F672-4C63-9BB1-86F184DD912D}" dt="2023-03-08T14:22:45.121" v="230" actId="20577"/>
          <ac:spMkLst>
            <pc:docMk/>
            <pc:sldMk cId="857245084" sldId="317"/>
            <ac:spMk id="4" creationId="{865241B0-CCE8-B8C8-46B3-217AC5C613AA}"/>
          </ac:spMkLst>
        </pc:spChg>
        <pc:spChg chg="mod">
          <ac:chgData name="Blenda Abazi" userId="d95be8ed01045f95" providerId="LiveId" clId="{AD69A07E-F672-4C63-9BB1-86F184DD912D}" dt="2023-03-08T14:22:48.447" v="232" actId="20577"/>
          <ac:spMkLst>
            <pc:docMk/>
            <pc:sldMk cId="857245084" sldId="317"/>
            <ac:spMk id="9" creationId="{56345A6C-A4AA-988A-8AFA-438CB50E42D9}"/>
          </ac:spMkLst>
        </pc:spChg>
      </pc:sldChg>
      <pc:sldChg chg="modSp mod">
        <pc:chgData name="Blenda Abazi" userId="d95be8ed01045f95" providerId="LiveId" clId="{AD69A07E-F672-4C63-9BB1-86F184DD912D}" dt="2023-03-08T14:22:25.948" v="221" actId="20577"/>
        <pc:sldMkLst>
          <pc:docMk/>
          <pc:sldMk cId="2695272141" sldId="318"/>
        </pc:sldMkLst>
        <pc:spChg chg="mod">
          <ac:chgData name="Blenda Abazi" userId="d95be8ed01045f95" providerId="LiveId" clId="{AD69A07E-F672-4C63-9BB1-86F184DD912D}" dt="2023-03-08T14:22:25.948" v="221" actId="20577"/>
          <ac:spMkLst>
            <pc:docMk/>
            <pc:sldMk cId="2695272141" sldId="318"/>
            <ac:spMk id="4" creationId="{12D68A01-4B6E-9359-02EC-E0D1FCB309AE}"/>
          </ac:spMkLst>
        </pc:spChg>
      </pc:sldChg>
      <pc:sldChg chg="modSp mod">
        <pc:chgData name="Blenda Abazi" userId="d95be8ed01045f95" providerId="LiveId" clId="{AD69A07E-F672-4C63-9BB1-86F184DD912D}" dt="2023-03-08T14:22:59.981" v="233" actId="20577"/>
        <pc:sldMkLst>
          <pc:docMk/>
          <pc:sldMk cId="2090350284" sldId="319"/>
        </pc:sldMkLst>
        <pc:spChg chg="mod">
          <ac:chgData name="Blenda Abazi" userId="d95be8ed01045f95" providerId="LiveId" clId="{AD69A07E-F672-4C63-9BB1-86F184DD912D}" dt="2023-03-08T14:22:59.981" v="233" actId="20577"/>
          <ac:spMkLst>
            <pc:docMk/>
            <pc:sldMk cId="2090350284" sldId="319"/>
            <ac:spMk id="8" creationId="{754BA66D-D03B-EB34-928D-5685E991980E}"/>
          </ac:spMkLst>
        </pc:spChg>
      </pc:sldChg>
      <pc:sldChg chg="addSp delSp modSp new mod">
        <pc:chgData name="Blenda Abazi" userId="d95be8ed01045f95" providerId="LiveId" clId="{AD69A07E-F672-4C63-9BB1-86F184DD912D}" dt="2023-03-08T14:22:32.201" v="223" actId="20577"/>
        <pc:sldMkLst>
          <pc:docMk/>
          <pc:sldMk cId="1342681957" sldId="320"/>
        </pc:sldMkLst>
        <pc:spChg chg="add mod">
          <ac:chgData name="Blenda Abazi" userId="d95be8ed01045f95" providerId="LiveId" clId="{AD69A07E-F672-4C63-9BB1-86F184DD912D}" dt="2023-03-08T14:14:13.105" v="186" actId="1076"/>
          <ac:spMkLst>
            <pc:docMk/>
            <pc:sldMk cId="1342681957" sldId="320"/>
            <ac:spMk id="2" creationId="{D5E1A2DA-147E-B543-2446-7102A7E7AB6D}"/>
          </ac:spMkLst>
        </pc:spChg>
        <pc:spChg chg="del">
          <ac:chgData name="Blenda Abazi" userId="d95be8ed01045f95" providerId="LiveId" clId="{AD69A07E-F672-4C63-9BB1-86F184DD912D}" dt="2023-03-08T14:02:34.613" v="11" actId="21"/>
          <ac:spMkLst>
            <pc:docMk/>
            <pc:sldMk cId="1342681957" sldId="320"/>
            <ac:spMk id="2" creationId="{F1AB82CC-1A1C-A415-269C-9280FE141B59}"/>
          </ac:spMkLst>
        </pc:spChg>
        <pc:spChg chg="add mod">
          <ac:chgData name="Blenda Abazi" userId="d95be8ed01045f95" providerId="LiveId" clId="{AD69A07E-F672-4C63-9BB1-86F184DD912D}" dt="2023-03-08T14:14:24.113" v="190" actId="1076"/>
          <ac:spMkLst>
            <pc:docMk/>
            <pc:sldMk cId="1342681957" sldId="320"/>
            <ac:spMk id="3" creationId="{24EA6A94-7DD2-7155-3ED8-01B50E57D91D}"/>
          </ac:spMkLst>
        </pc:spChg>
        <pc:spChg chg="del">
          <ac:chgData name="Blenda Abazi" userId="d95be8ed01045f95" providerId="LiveId" clId="{AD69A07E-F672-4C63-9BB1-86F184DD912D}" dt="2023-03-08T14:02:25.924" v="10" actId="21"/>
          <ac:spMkLst>
            <pc:docMk/>
            <pc:sldMk cId="1342681957" sldId="320"/>
            <ac:spMk id="3" creationId="{2F5FD13E-19E9-DDB4-1616-FB50591A7FC4}"/>
          </ac:spMkLst>
        </pc:spChg>
        <pc:spChg chg="mod">
          <ac:chgData name="Blenda Abazi" userId="d95be8ed01045f95" providerId="LiveId" clId="{AD69A07E-F672-4C63-9BB1-86F184DD912D}" dt="2023-03-08T14:22:32.201" v="223" actId="20577"/>
          <ac:spMkLst>
            <pc:docMk/>
            <pc:sldMk cId="1342681957" sldId="320"/>
            <ac:spMk id="4" creationId="{935BC338-FB4E-3FA1-3BF1-255EE7B407F2}"/>
          </ac:spMkLst>
        </pc:spChg>
        <pc:picChg chg="add mod">
          <ac:chgData name="Blenda Abazi" userId="d95be8ed01045f95" providerId="LiveId" clId="{AD69A07E-F672-4C63-9BB1-86F184DD912D}" dt="2023-03-08T14:08:16.857" v="73" actId="1076"/>
          <ac:picMkLst>
            <pc:docMk/>
            <pc:sldMk cId="1342681957" sldId="320"/>
            <ac:picMk id="6" creationId="{6287D1A8-C5EE-6E19-8EEF-4E8A0EE0CC87}"/>
          </ac:picMkLst>
        </pc:picChg>
        <pc:picChg chg="add del mod">
          <ac:chgData name="Blenda Abazi" userId="d95be8ed01045f95" providerId="LiveId" clId="{AD69A07E-F672-4C63-9BB1-86F184DD912D}" dt="2023-03-08T14:06:45.705" v="62" actId="21"/>
          <ac:picMkLst>
            <pc:docMk/>
            <pc:sldMk cId="1342681957" sldId="320"/>
            <ac:picMk id="8" creationId="{D4A31395-FE68-BDD5-770B-93C2526F4454}"/>
          </ac:picMkLst>
        </pc:picChg>
        <pc:picChg chg="add mod">
          <ac:chgData name="Blenda Abazi" userId="d95be8ed01045f95" providerId="LiveId" clId="{AD69A07E-F672-4C63-9BB1-86F184DD912D}" dt="2023-03-08T14:08:14.709" v="72" actId="1076"/>
          <ac:picMkLst>
            <pc:docMk/>
            <pc:sldMk cId="1342681957" sldId="320"/>
            <ac:picMk id="10" creationId="{052EE362-08F1-4AEC-01FF-2BF9CE5AC6BA}"/>
          </ac:picMkLst>
        </pc:picChg>
        <pc:picChg chg="add mod">
          <ac:chgData name="Blenda Abazi" userId="d95be8ed01045f95" providerId="LiveId" clId="{AD69A07E-F672-4C63-9BB1-86F184DD912D}" dt="2023-03-08T14:08:12.313" v="71" actId="1076"/>
          <ac:picMkLst>
            <pc:docMk/>
            <pc:sldMk cId="1342681957" sldId="320"/>
            <ac:picMk id="12" creationId="{788DEC9B-97A2-565B-BBA0-D9B9F135B3F3}"/>
          </ac:picMkLst>
        </pc:picChg>
      </pc:sldChg>
      <pc:sldChg chg="addSp delSp modSp new mod">
        <pc:chgData name="Blenda Abazi" userId="d95be8ed01045f95" providerId="LiveId" clId="{AD69A07E-F672-4C63-9BB1-86F184DD912D}" dt="2023-03-08T14:22:38.562" v="228" actId="20577"/>
        <pc:sldMkLst>
          <pc:docMk/>
          <pc:sldMk cId="3165297076" sldId="321"/>
        </pc:sldMkLst>
        <pc:spChg chg="add mod">
          <ac:chgData name="Blenda Abazi" userId="d95be8ed01045f95" providerId="LiveId" clId="{AD69A07E-F672-4C63-9BB1-86F184DD912D}" dt="2023-03-08T14:14:42.661" v="194" actId="1076"/>
          <ac:spMkLst>
            <pc:docMk/>
            <pc:sldMk cId="3165297076" sldId="321"/>
            <ac:spMk id="2" creationId="{D6F2DCD3-DEEA-EDF9-7915-F620DC72C08A}"/>
          </ac:spMkLst>
        </pc:spChg>
        <pc:spChg chg="del">
          <ac:chgData name="Blenda Abazi" userId="d95be8ed01045f95" providerId="LiveId" clId="{AD69A07E-F672-4C63-9BB1-86F184DD912D}" dt="2023-03-08T14:08:42.923" v="77" actId="21"/>
          <ac:spMkLst>
            <pc:docMk/>
            <pc:sldMk cId="3165297076" sldId="321"/>
            <ac:spMk id="2" creationId="{E6791A73-0384-1508-D9D8-44946705C0F6}"/>
          </ac:spMkLst>
        </pc:spChg>
        <pc:spChg chg="add mod">
          <ac:chgData name="Blenda Abazi" userId="d95be8ed01045f95" providerId="LiveId" clId="{AD69A07E-F672-4C63-9BB1-86F184DD912D}" dt="2023-03-08T14:14:47.999" v="196" actId="1076"/>
          <ac:spMkLst>
            <pc:docMk/>
            <pc:sldMk cId="3165297076" sldId="321"/>
            <ac:spMk id="3" creationId="{1811098F-AB51-CA07-FAF5-8D798403199D}"/>
          </ac:spMkLst>
        </pc:spChg>
        <pc:spChg chg="del">
          <ac:chgData name="Blenda Abazi" userId="d95be8ed01045f95" providerId="LiveId" clId="{AD69A07E-F672-4C63-9BB1-86F184DD912D}" dt="2023-03-08T14:08:39.519" v="76" actId="21"/>
          <ac:spMkLst>
            <pc:docMk/>
            <pc:sldMk cId="3165297076" sldId="321"/>
            <ac:spMk id="3" creationId="{41F90942-9962-6E8B-C3F4-FD03B5B7B6F6}"/>
          </ac:spMkLst>
        </pc:spChg>
        <pc:spChg chg="mod">
          <ac:chgData name="Blenda Abazi" userId="d95be8ed01045f95" providerId="LiveId" clId="{AD69A07E-F672-4C63-9BB1-86F184DD912D}" dt="2023-03-08T14:22:38.562" v="228" actId="20577"/>
          <ac:spMkLst>
            <pc:docMk/>
            <pc:sldMk cId="3165297076" sldId="321"/>
            <ac:spMk id="4" creationId="{2B87239E-4E10-C13B-F4F2-1E5475F09040}"/>
          </ac:spMkLst>
        </pc:spChg>
        <pc:picChg chg="add mod">
          <ac:chgData name="Blenda Abazi" userId="d95be8ed01045f95" providerId="LiveId" clId="{AD69A07E-F672-4C63-9BB1-86F184DD912D}" dt="2023-03-08T14:10:56.940" v="145" actId="14100"/>
          <ac:picMkLst>
            <pc:docMk/>
            <pc:sldMk cId="3165297076" sldId="321"/>
            <ac:picMk id="6" creationId="{91D916A6-E2C4-A65F-4BC1-E604F16160DA}"/>
          </ac:picMkLst>
        </pc:picChg>
        <pc:picChg chg="add mod">
          <ac:chgData name="Blenda Abazi" userId="d95be8ed01045f95" providerId="LiveId" clId="{AD69A07E-F672-4C63-9BB1-86F184DD912D}" dt="2023-03-08T14:11:04.818" v="147" actId="14100"/>
          <ac:picMkLst>
            <pc:docMk/>
            <pc:sldMk cId="3165297076" sldId="321"/>
            <ac:picMk id="8" creationId="{4A964D71-3632-65C6-9FCB-F3577A3A3316}"/>
          </ac:picMkLst>
        </pc:picChg>
        <pc:picChg chg="add mod">
          <ac:chgData name="Blenda Abazi" userId="d95be8ed01045f95" providerId="LiveId" clId="{AD69A07E-F672-4C63-9BB1-86F184DD912D}" dt="2023-03-08T14:11:08.772" v="148" actId="14100"/>
          <ac:picMkLst>
            <pc:docMk/>
            <pc:sldMk cId="3165297076" sldId="321"/>
            <ac:picMk id="10" creationId="{63C876F0-53A8-BFC9-09C1-36A3E4AA8BE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194f82a0bd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194f82a0bd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15207a17831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15207a17831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15207a17831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15207a17831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152a7caf94b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152a7caf94b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157d03485c9_2_9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1" name="Google Shape;611;g157d03485c9_2_9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152a7caf94b_1_17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7" name="Google Shape;747;g152a7caf94b_1_17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157d03485c9_2_9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157d03485c9_2_9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3"/>
        <p:cNvGrpSpPr/>
        <p:nvPr/>
      </p:nvGrpSpPr>
      <p:grpSpPr>
        <a:xfrm>
          <a:off x="0" y="0"/>
          <a:ext cx="0" cy="0"/>
          <a:chOff x="0" y="0"/>
          <a:chExt cx="0" cy="0"/>
        </a:xfrm>
      </p:grpSpPr>
      <p:sp>
        <p:nvSpPr>
          <p:cNvPr id="1194" name="Google Shape;1194;g152a7caf94b_1_26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5" name="Google Shape;1195;g152a7caf94b_1_26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6"/>
        <p:cNvGrpSpPr/>
        <p:nvPr/>
      </p:nvGrpSpPr>
      <p:grpSpPr>
        <a:xfrm>
          <a:off x="0" y="0"/>
          <a:ext cx="0" cy="0"/>
          <a:chOff x="0" y="0"/>
          <a:chExt cx="0" cy="0"/>
        </a:xfrm>
      </p:grpSpPr>
      <p:sp>
        <p:nvSpPr>
          <p:cNvPr id="1207" name="Google Shape;1207;g157d03485c9_2_10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8" name="Google Shape;1208;g157d03485c9_2_10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1" y="-361900"/>
            <a:ext cx="9144003" cy="6518663"/>
          </a:xfrm>
          <a:prstGeom prst="rect">
            <a:avLst/>
          </a:prstGeom>
          <a:noFill/>
          <a:ln>
            <a:noFill/>
          </a:ln>
        </p:spPr>
      </p:pic>
      <p:sp>
        <p:nvSpPr>
          <p:cNvPr id="10" name="Google Shape;10;p2"/>
          <p:cNvSpPr txBox="1">
            <a:spLocks noGrp="1"/>
          </p:cNvSpPr>
          <p:nvPr>
            <p:ph type="ctrTitle"/>
          </p:nvPr>
        </p:nvSpPr>
        <p:spPr>
          <a:xfrm>
            <a:off x="2558550" y="1096050"/>
            <a:ext cx="4026900" cy="2377800"/>
          </a:xfrm>
          <a:prstGeom prst="rect">
            <a:avLst/>
          </a:prstGeom>
          <a:noFill/>
        </p:spPr>
        <p:txBody>
          <a:bodyPr spcFirstLastPara="1" wrap="square" lIns="91425" tIns="91425" rIns="91425" bIns="91425" anchor="ctr" anchorCtr="0">
            <a:noAutofit/>
          </a:bodyPr>
          <a:lstStyle>
            <a:lvl1pPr lvl="0" algn="ctr">
              <a:lnSpc>
                <a:spcPct val="90000"/>
              </a:lnSpc>
              <a:spcBef>
                <a:spcPts val="0"/>
              </a:spcBef>
              <a:spcAft>
                <a:spcPts val="0"/>
              </a:spcAft>
              <a:buSzPts val="5200"/>
              <a:buNone/>
              <a:defRPr sz="7000">
                <a:latin typeface="Aldrich"/>
                <a:ea typeface="Aldrich"/>
                <a:cs typeface="Aldrich"/>
                <a:sym typeface="Aldrich"/>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558550" y="3545000"/>
            <a:ext cx="4026900" cy="4353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solidFill>
                  <a:schemeClr val="lt1"/>
                </a:solidFill>
                <a:latin typeface="Advent Pro"/>
                <a:ea typeface="Advent Pro"/>
                <a:cs typeface="Advent Pro"/>
                <a:sym typeface="Advent Pr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1" y="-361900"/>
            <a:ext cx="9144003" cy="6518663"/>
          </a:xfrm>
          <a:prstGeom prst="rect">
            <a:avLst/>
          </a:prstGeom>
          <a:noFill/>
          <a:ln>
            <a:noFill/>
          </a:ln>
        </p:spPr>
      </p:pic>
      <p:sp>
        <p:nvSpPr>
          <p:cNvPr id="14" name="Google Shape;14;p3"/>
          <p:cNvSpPr txBox="1">
            <a:spLocks noGrp="1"/>
          </p:cNvSpPr>
          <p:nvPr>
            <p:ph type="title"/>
          </p:nvPr>
        </p:nvSpPr>
        <p:spPr>
          <a:xfrm>
            <a:off x="713225" y="2259100"/>
            <a:ext cx="4156500" cy="151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7000"/>
              <a:buNone/>
              <a:defRPr sz="5000"/>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endParaRPr/>
          </a:p>
        </p:txBody>
      </p:sp>
      <p:sp>
        <p:nvSpPr>
          <p:cNvPr id="15" name="Google Shape;15;p3"/>
          <p:cNvSpPr txBox="1">
            <a:spLocks noGrp="1"/>
          </p:cNvSpPr>
          <p:nvPr>
            <p:ph type="title" idx="2" hasCustomPrompt="1"/>
          </p:nvPr>
        </p:nvSpPr>
        <p:spPr>
          <a:xfrm>
            <a:off x="3056975" y="539500"/>
            <a:ext cx="1812600" cy="1719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5000"/>
              <a:buNone/>
              <a:defRPr sz="10000">
                <a:solidFill>
                  <a:schemeClr val="dk1"/>
                </a:solidFill>
              </a:defRPr>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r>
              <a:t>xx%</a:t>
            </a:r>
          </a:p>
        </p:txBody>
      </p:sp>
      <p:sp>
        <p:nvSpPr>
          <p:cNvPr id="16" name="Google Shape;16;p3"/>
          <p:cNvSpPr txBox="1">
            <a:spLocks noGrp="1"/>
          </p:cNvSpPr>
          <p:nvPr>
            <p:ph type="subTitle" idx="1"/>
          </p:nvPr>
        </p:nvSpPr>
        <p:spPr>
          <a:xfrm>
            <a:off x="713225" y="3970425"/>
            <a:ext cx="4156500" cy="3990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None/>
              <a:defRPr sz="1600"/>
            </a:lvl1pPr>
            <a:lvl2pPr lvl="1" algn="r" rtl="0">
              <a:lnSpc>
                <a:spcPct val="100000"/>
              </a:lnSpc>
              <a:spcBef>
                <a:spcPts val="0"/>
              </a:spcBef>
              <a:spcAft>
                <a:spcPts val="0"/>
              </a:spcAft>
              <a:buNone/>
              <a:defRPr sz="1600"/>
            </a:lvl2pPr>
            <a:lvl3pPr lvl="2" algn="r" rtl="0">
              <a:lnSpc>
                <a:spcPct val="100000"/>
              </a:lnSpc>
              <a:spcBef>
                <a:spcPts val="0"/>
              </a:spcBef>
              <a:spcAft>
                <a:spcPts val="0"/>
              </a:spcAft>
              <a:buNone/>
              <a:defRPr sz="1600"/>
            </a:lvl3pPr>
            <a:lvl4pPr lvl="3" algn="r" rtl="0">
              <a:lnSpc>
                <a:spcPct val="100000"/>
              </a:lnSpc>
              <a:spcBef>
                <a:spcPts val="0"/>
              </a:spcBef>
              <a:spcAft>
                <a:spcPts val="0"/>
              </a:spcAft>
              <a:buNone/>
              <a:defRPr sz="1600"/>
            </a:lvl4pPr>
            <a:lvl5pPr lvl="4" algn="r" rtl="0">
              <a:lnSpc>
                <a:spcPct val="100000"/>
              </a:lnSpc>
              <a:spcBef>
                <a:spcPts val="0"/>
              </a:spcBef>
              <a:spcAft>
                <a:spcPts val="0"/>
              </a:spcAft>
              <a:buNone/>
              <a:defRPr sz="1600"/>
            </a:lvl5pPr>
            <a:lvl6pPr lvl="5" algn="r" rtl="0">
              <a:lnSpc>
                <a:spcPct val="100000"/>
              </a:lnSpc>
              <a:spcBef>
                <a:spcPts val="0"/>
              </a:spcBef>
              <a:spcAft>
                <a:spcPts val="0"/>
              </a:spcAft>
              <a:buNone/>
              <a:defRPr sz="1600"/>
            </a:lvl6pPr>
            <a:lvl7pPr lvl="6" algn="r" rtl="0">
              <a:lnSpc>
                <a:spcPct val="100000"/>
              </a:lnSpc>
              <a:spcBef>
                <a:spcPts val="0"/>
              </a:spcBef>
              <a:spcAft>
                <a:spcPts val="0"/>
              </a:spcAft>
              <a:buNone/>
              <a:defRPr sz="1600"/>
            </a:lvl7pPr>
            <a:lvl8pPr lvl="7" algn="r" rtl="0">
              <a:lnSpc>
                <a:spcPct val="100000"/>
              </a:lnSpc>
              <a:spcBef>
                <a:spcPts val="0"/>
              </a:spcBef>
              <a:spcAft>
                <a:spcPts val="0"/>
              </a:spcAft>
              <a:buNone/>
              <a:defRPr sz="1600"/>
            </a:lvl8pPr>
            <a:lvl9pPr lvl="8" algn="r" rtl="0">
              <a:lnSpc>
                <a:spcPct val="100000"/>
              </a:lnSpc>
              <a:spcBef>
                <a:spcPts val="0"/>
              </a:spcBef>
              <a:spcAft>
                <a:spcPts val="0"/>
              </a:spcAft>
              <a:buNone/>
              <a:defRPr sz="1600"/>
            </a:lvl9pPr>
          </a:lstStyle>
          <a:p>
            <a:endParaRPr/>
          </a:p>
        </p:txBody>
      </p:sp>
      <p:pic>
        <p:nvPicPr>
          <p:cNvPr id="17" name="Google Shape;17;p3"/>
          <p:cNvPicPr preferRelativeResize="0"/>
          <p:nvPr/>
        </p:nvPicPr>
        <p:blipFill>
          <a:blip r:embed="rId3">
            <a:alphaModFix/>
          </a:blip>
          <a:stretch>
            <a:fillRect/>
          </a:stretch>
        </p:blipFill>
        <p:spPr>
          <a:xfrm rot="-5400000">
            <a:off x="-2363475" y="1273964"/>
            <a:ext cx="4400440" cy="2595572"/>
          </a:xfrm>
          <a:prstGeom prst="rect">
            <a:avLst/>
          </a:prstGeom>
          <a:noFill/>
          <a:ln>
            <a:noFill/>
          </a:ln>
        </p:spPr>
      </p:pic>
      <p:grpSp>
        <p:nvGrpSpPr>
          <p:cNvPr id="18" name="Google Shape;18;p3"/>
          <p:cNvGrpSpPr/>
          <p:nvPr/>
        </p:nvGrpSpPr>
        <p:grpSpPr>
          <a:xfrm>
            <a:off x="938675" y="215450"/>
            <a:ext cx="1660050" cy="554100"/>
            <a:chOff x="938675" y="215450"/>
            <a:chExt cx="1660050" cy="554100"/>
          </a:xfrm>
        </p:grpSpPr>
        <p:sp>
          <p:nvSpPr>
            <p:cNvPr id="19" name="Google Shape;19;p3"/>
            <p:cNvSpPr/>
            <p:nvPr/>
          </p:nvSpPr>
          <p:spPr>
            <a:xfrm>
              <a:off x="938675" y="215450"/>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1458650" y="215450"/>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1997825" y="215450"/>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
        <p:cNvGrpSpPr/>
        <p:nvPr/>
      </p:nvGrpSpPr>
      <p:grpSpPr>
        <a:xfrm>
          <a:off x="0" y="0"/>
          <a:ext cx="0" cy="0"/>
          <a:chOff x="0" y="0"/>
          <a:chExt cx="0" cy="0"/>
        </a:xfrm>
      </p:grpSpPr>
      <p:pic>
        <p:nvPicPr>
          <p:cNvPr id="23" name="Google Shape;23;p4"/>
          <p:cNvPicPr preferRelativeResize="0"/>
          <p:nvPr/>
        </p:nvPicPr>
        <p:blipFill>
          <a:blip r:embed="rId2">
            <a:alphaModFix/>
          </a:blip>
          <a:stretch>
            <a:fillRect/>
          </a:stretch>
        </p:blipFill>
        <p:spPr>
          <a:xfrm>
            <a:off x="-1" y="-361900"/>
            <a:ext cx="9144003" cy="6518663"/>
          </a:xfrm>
          <a:prstGeom prst="rect">
            <a:avLst/>
          </a:prstGeom>
          <a:noFill/>
          <a:ln>
            <a:noFill/>
          </a:ln>
        </p:spPr>
      </p:pic>
      <p:pic>
        <p:nvPicPr>
          <p:cNvPr id="24" name="Google Shape;24;p4"/>
          <p:cNvPicPr preferRelativeResize="0"/>
          <p:nvPr/>
        </p:nvPicPr>
        <p:blipFill>
          <a:blip r:embed="rId3">
            <a:alphaModFix/>
          </a:blip>
          <a:stretch>
            <a:fillRect/>
          </a:stretch>
        </p:blipFill>
        <p:spPr>
          <a:xfrm rot="8099998" flipH="1">
            <a:off x="4585862" y="1867022"/>
            <a:ext cx="6530725" cy="4831102"/>
          </a:xfrm>
          <a:prstGeom prst="rect">
            <a:avLst/>
          </a:prstGeom>
          <a:noFill/>
          <a:ln>
            <a:noFill/>
          </a:ln>
        </p:spPr>
      </p:pic>
      <p:sp>
        <p:nvSpPr>
          <p:cNvPr id="25" name="Google Shape;25;p4"/>
          <p:cNvSpPr txBox="1">
            <a:spLocks noGrp="1"/>
          </p:cNvSpPr>
          <p:nvPr>
            <p:ph type="body" idx="1"/>
          </p:nvPr>
        </p:nvSpPr>
        <p:spPr>
          <a:xfrm>
            <a:off x="713225" y="1559100"/>
            <a:ext cx="4253700" cy="20253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Clr>
                <a:schemeClr val="accent1"/>
              </a:buClr>
              <a:buSzPts val="1500"/>
              <a:buFont typeface="Chivo"/>
              <a:buChar char="●"/>
              <a:defRPr sz="1400"/>
            </a:lvl1pPr>
            <a:lvl2pPr marL="914400" lvl="1" indent="-323850">
              <a:spcBef>
                <a:spcPts val="0"/>
              </a:spcBef>
              <a:spcAft>
                <a:spcPts val="0"/>
              </a:spcAft>
              <a:buClr>
                <a:srgbClr val="434343"/>
              </a:buClr>
              <a:buSzPts val="1500"/>
              <a:buFont typeface="Roboto Condensed Light"/>
              <a:buChar char="○"/>
              <a:defRPr/>
            </a:lvl2pPr>
            <a:lvl3pPr marL="1371600" lvl="2" indent="-323850">
              <a:spcBef>
                <a:spcPts val="0"/>
              </a:spcBef>
              <a:spcAft>
                <a:spcPts val="0"/>
              </a:spcAft>
              <a:buClr>
                <a:srgbClr val="434343"/>
              </a:buClr>
              <a:buSzPts val="1500"/>
              <a:buFont typeface="Roboto Condensed Light"/>
              <a:buChar char="■"/>
              <a:defRPr/>
            </a:lvl3pPr>
            <a:lvl4pPr marL="1828800" lvl="3" indent="-323850">
              <a:spcBef>
                <a:spcPts val="0"/>
              </a:spcBef>
              <a:spcAft>
                <a:spcPts val="0"/>
              </a:spcAft>
              <a:buClr>
                <a:srgbClr val="434343"/>
              </a:buClr>
              <a:buSzPts val="1500"/>
              <a:buFont typeface="Roboto Condensed Light"/>
              <a:buChar char="●"/>
              <a:defRPr/>
            </a:lvl4pPr>
            <a:lvl5pPr marL="2286000" lvl="4" indent="-323850">
              <a:spcBef>
                <a:spcPts val="0"/>
              </a:spcBef>
              <a:spcAft>
                <a:spcPts val="0"/>
              </a:spcAft>
              <a:buClr>
                <a:srgbClr val="434343"/>
              </a:buClr>
              <a:buSzPts val="1500"/>
              <a:buFont typeface="Roboto Condensed Light"/>
              <a:buChar char="○"/>
              <a:defRPr/>
            </a:lvl5pPr>
            <a:lvl6pPr marL="2743200" lvl="5" indent="-323850">
              <a:spcBef>
                <a:spcPts val="0"/>
              </a:spcBef>
              <a:spcAft>
                <a:spcPts val="0"/>
              </a:spcAft>
              <a:buClr>
                <a:srgbClr val="434343"/>
              </a:buClr>
              <a:buSzPts val="1500"/>
              <a:buFont typeface="Roboto Condensed Light"/>
              <a:buChar char="■"/>
              <a:defRPr/>
            </a:lvl6pPr>
            <a:lvl7pPr marL="3200400" lvl="6" indent="-323850">
              <a:spcBef>
                <a:spcPts val="0"/>
              </a:spcBef>
              <a:spcAft>
                <a:spcPts val="0"/>
              </a:spcAft>
              <a:buClr>
                <a:srgbClr val="434343"/>
              </a:buClr>
              <a:buSzPts val="1500"/>
              <a:buFont typeface="Roboto Condensed Light"/>
              <a:buChar char="●"/>
              <a:defRPr/>
            </a:lvl7pPr>
            <a:lvl8pPr marL="3657600" lvl="7" indent="-323850">
              <a:spcBef>
                <a:spcPts val="0"/>
              </a:spcBef>
              <a:spcAft>
                <a:spcPts val="0"/>
              </a:spcAft>
              <a:buClr>
                <a:srgbClr val="434343"/>
              </a:buClr>
              <a:buSzPts val="1500"/>
              <a:buFont typeface="Roboto Condensed Light"/>
              <a:buChar char="○"/>
              <a:defRPr/>
            </a:lvl8pPr>
            <a:lvl9pPr marL="4114800" lvl="8" indent="-323850">
              <a:spcBef>
                <a:spcPts val="0"/>
              </a:spcBef>
              <a:spcAft>
                <a:spcPts val="0"/>
              </a:spcAft>
              <a:buClr>
                <a:srgbClr val="434343"/>
              </a:buClr>
              <a:buSzPts val="1500"/>
              <a:buFont typeface="Roboto Condensed Light"/>
              <a:buChar char="■"/>
              <a:defRPr/>
            </a:lvl9pPr>
          </a:lstStyle>
          <a:p>
            <a:endParaRPr/>
          </a:p>
        </p:txBody>
      </p:sp>
      <p:sp>
        <p:nvSpPr>
          <p:cNvPr id="26" name="Google Shape;26;p4"/>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4"/>
          <p:cNvSpPr>
            <a:spLocks noGrp="1"/>
          </p:cNvSpPr>
          <p:nvPr>
            <p:ph type="pic" idx="2"/>
          </p:nvPr>
        </p:nvSpPr>
        <p:spPr>
          <a:xfrm>
            <a:off x="5262648" y="1347750"/>
            <a:ext cx="2859600" cy="2448000"/>
          </a:xfrm>
          <a:prstGeom prst="hexagon">
            <a:avLst>
              <a:gd name="adj" fmla="val 25000"/>
              <a:gd name="vf" fmla="val 115470"/>
            </a:avLst>
          </a:prstGeom>
          <a:noFill/>
          <a:ln w="9525" cap="flat" cmpd="sng">
            <a:solidFill>
              <a:schemeClr val="accent1"/>
            </a:solidFill>
            <a:prstDash val="solid"/>
            <a:round/>
            <a:headEnd type="none" w="sm" len="sm"/>
            <a:tailEnd type="none" w="sm" len="sm"/>
          </a:ln>
        </p:spPr>
      </p:sp>
      <p:grpSp>
        <p:nvGrpSpPr>
          <p:cNvPr id="28" name="Google Shape;28;p4"/>
          <p:cNvGrpSpPr/>
          <p:nvPr/>
        </p:nvGrpSpPr>
        <p:grpSpPr>
          <a:xfrm>
            <a:off x="713225" y="4272300"/>
            <a:ext cx="1660050" cy="554100"/>
            <a:chOff x="439750" y="360325"/>
            <a:chExt cx="1660050" cy="554100"/>
          </a:xfrm>
        </p:grpSpPr>
        <p:sp>
          <p:nvSpPr>
            <p:cNvPr id="29" name="Google Shape;29;p4"/>
            <p:cNvSpPr/>
            <p:nvPr/>
          </p:nvSpPr>
          <p:spPr>
            <a:xfrm>
              <a:off x="43975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p:nvPr/>
          </p:nvSpPr>
          <p:spPr>
            <a:xfrm>
              <a:off x="959725"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a:off x="149890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2" name="Google Shape;32;p4"/>
          <p:cNvPicPr preferRelativeResize="0"/>
          <p:nvPr/>
        </p:nvPicPr>
        <p:blipFill>
          <a:blip r:embed="rId4">
            <a:alphaModFix/>
          </a:blip>
          <a:stretch>
            <a:fillRect/>
          </a:stretch>
        </p:blipFill>
        <p:spPr>
          <a:xfrm flipH="1">
            <a:off x="7515547" y="-1075025"/>
            <a:ext cx="2675651" cy="27135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1"/>
        <p:cNvGrpSpPr/>
        <p:nvPr/>
      </p:nvGrpSpPr>
      <p:grpSpPr>
        <a:xfrm>
          <a:off x="0" y="0"/>
          <a:ext cx="0" cy="0"/>
          <a:chOff x="0" y="0"/>
          <a:chExt cx="0" cy="0"/>
        </a:xfrm>
      </p:grpSpPr>
      <p:pic>
        <p:nvPicPr>
          <p:cNvPr id="62" name="Google Shape;62;p8"/>
          <p:cNvPicPr preferRelativeResize="0"/>
          <p:nvPr/>
        </p:nvPicPr>
        <p:blipFill>
          <a:blip r:embed="rId2">
            <a:alphaModFix/>
          </a:blip>
          <a:stretch>
            <a:fillRect/>
          </a:stretch>
        </p:blipFill>
        <p:spPr>
          <a:xfrm>
            <a:off x="-1" y="-361900"/>
            <a:ext cx="9144003" cy="6518663"/>
          </a:xfrm>
          <a:prstGeom prst="rect">
            <a:avLst/>
          </a:prstGeom>
          <a:noFill/>
          <a:ln>
            <a:noFill/>
          </a:ln>
        </p:spPr>
      </p:pic>
      <p:sp>
        <p:nvSpPr>
          <p:cNvPr id="63" name="Google Shape;63;p8"/>
          <p:cNvSpPr txBox="1">
            <a:spLocks noGrp="1"/>
          </p:cNvSpPr>
          <p:nvPr>
            <p:ph type="title"/>
          </p:nvPr>
        </p:nvSpPr>
        <p:spPr>
          <a:xfrm>
            <a:off x="1328550" y="1205250"/>
            <a:ext cx="6486900" cy="27330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8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64" name="Google Shape;64;p8"/>
          <p:cNvGrpSpPr/>
          <p:nvPr/>
        </p:nvGrpSpPr>
        <p:grpSpPr>
          <a:xfrm rot="5400000">
            <a:off x="4173082" y="3083650"/>
            <a:ext cx="786600" cy="2666275"/>
            <a:chOff x="8357395" y="2343975"/>
            <a:chExt cx="786600" cy="2666275"/>
          </a:xfrm>
        </p:grpSpPr>
        <p:sp>
          <p:nvSpPr>
            <p:cNvPr id="65" name="Google Shape;65;p8"/>
            <p:cNvSpPr/>
            <p:nvPr/>
          </p:nvSpPr>
          <p:spPr>
            <a:xfrm>
              <a:off x="8357395" y="2343975"/>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8"/>
            <p:cNvSpPr/>
            <p:nvPr/>
          </p:nvSpPr>
          <p:spPr>
            <a:xfrm>
              <a:off x="8357395" y="2970433"/>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8"/>
            <p:cNvSpPr/>
            <p:nvPr/>
          </p:nvSpPr>
          <p:spPr>
            <a:xfrm>
              <a:off x="8357395" y="3596892"/>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8"/>
            <p:cNvSpPr/>
            <p:nvPr/>
          </p:nvSpPr>
          <p:spPr>
            <a:xfrm>
              <a:off x="8357395" y="4223350"/>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8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_26_1">
    <p:spTree>
      <p:nvGrpSpPr>
        <p:cNvPr id="1" name="Shape 88"/>
        <p:cNvGrpSpPr/>
        <p:nvPr/>
      </p:nvGrpSpPr>
      <p:grpSpPr>
        <a:xfrm>
          <a:off x="0" y="0"/>
          <a:ext cx="0" cy="0"/>
          <a:chOff x="0" y="0"/>
          <a:chExt cx="0" cy="0"/>
        </a:xfrm>
      </p:grpSpPr>
      <p:sp>
        <p:nvSpPr>
          <p:cNvPr id="89" name="Google Shape;89;p13"/>
          <p:cNvSpPr txBox="1">
            <a:spLocks noGrp="1"/>
          </p:cNvSpPr>
          <p:nvPr>
            <p:ph type="title" hasCustomPrompt="1"/>
          </p:nvPr>
        </p:nvSpPr>
        <p:spPr>
          <a:xfrm flipH="1">
            <a:off x="775488" y="1636400"/>
            <a:ext cx="859800" cy="451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3500"/>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90" name="Google Shape;90;p13"/>
          <p:cNvSpPr txBox="1">
            <a:spLocks noGrp="1"/>
          </p:cNvSpPr>
          <p:nvPr>
            <p:ph type="subTitle" idx="1"/>
          </p:nvPr>
        </p:nvSpPr>
        <p:spPr>
          <a:xfrm flipH="1">
            <a:off x="1880111" y="1716275"/>
            <a:ext cx="2582700" cy="37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a:latin typeface="Aldrich"/>
                <a:ea typeface="Aldrich"/>
                <a:cs typeface="Aldrich"/>
                <a:sym typeface="Aldrich"/>
              </a:defRPr>
            </a:lvl1pPr>
            <a:lvl2pPr lvl="1" rtl="0">
              <a:lnSpc>
                <a:spcPct val="100000"/>
              </a:lnSpc>
              <a:spcBef>
                <a:spcPts val="0"/>
              </a:spcBef>
              <a:spcAft>
                <a:spcPts val="0"/>
              </a:spcAft>
              <a:buNone/>
              <a:defRPr>
                <a:latin typeface="Aldrich"/>
                <a:ea typeface="Aldrich"/>
                <a:cs typeface="Aldrich"/>
                <a:sym typeface="Aldrich"/>
              </a:defRPr>
            </a:lvl2pPr>
            <a:lvl3pPr lvl="2" rtl="0">
              <a:lnSpc>
                <a:spcPct val="100000"/>
              </a:lnSpc>
              <a:spcBef>
                <a:spcPts val="0"/>
              </a:spcBef>
              <a:spcAft>
                <a:spcPts val="0"/>
              </a:spcAft>
              <a:buNone/>
              <a:defRPr>
                <a:latin typeface="Aldrich"/>
                <a:ea typeface="Aldrich"/>
                <a:cs typeface="Aldrich"/>
                <a:sym typeface="Aldrich"/>
              </a:defRPr>
            </a:lvl3pPr>
            <a:lvl4pPr lvl="3" rtl="0">
              <a:lnSpc>
                <a:spcPct val="100000"/>
              </a:lnSpc>
              <a:spcBef>
                <a:spcPts val="0"/>
              </a:spcBef>
              <a:spcAft>
                <a:spcPts val="0"/>
              </a:spcAft>
              <a:buNone/>
              <a:defRPr>
                <a:latin typeface="Aldrich"/>
                <a:ea typeface="Aldrich"/>
                <a:cs typeface="Aldrich"/>
                <a:sym typeface="Aldrich"/>
              </a:defRPr>
            </a:lvl4pPr>
            <a:lvl5pPr lvl="4" rtl="0">
              <a:lnSpc>
                <a:spcPct val="100000"/>
              </a:lnSpc>
              <a:spcBef>
                <a:spcPts val="0"/>
              </a:spcBef>
              <a:spcAft>
                <a:spcPts val="0"/>
              </a:spcAft>
              <a:buNone/>
              <a:defRPr>
                <a:latin typeface="Aldrich"/>
                <a:ea typeface="Aldrich"/>
                <a:cs typeface="Aldrich"/>
                <a:sym typeface="Aldrich"/>
              </a:defRPr>
            </a:lvl5pPr>
            <a:lvl6pPr lvl="5" rtl="0">
              <a:lnSpc>
                <a:spcPct val="100000"/>
              </a:lnSpc>
              <a:spcBef>
                <a:spcPts val="0"/>
              </a:spcBef>
              <a:spcAft>
                <a:spcPts val="0"/>
              </a:spcAft>
              <a:buNone/>
              <a:defRPr>
                <a:latin typeface="Aldrich"/>
                <a:ea typeface="Aldrich"/>
                <a:cs typeface="Aldrich"/>
                <a:sym typeface="Aldrich"/>
              </a:defRPr>
            </a:lvl6pPr>
            <a:lvl7pPr lvl="6" rtl="0">
              <a:lnSpc>
                <a:spcPct val="100000"/>
              </a:lnSpc>
              <a:spcBef>
                <a:spcPts val="0"/>
              </a:spcBef>
              <a:spcAft>
                <a:spcPts val="0"/>
              </a:spcAft>
              <a:buNone/>
              <a:defRPr>
                <a:latin typeface="Aldrich"/>
                <a:ea typeface="Aldrich"/>
                <a:cs typeface="Aldrich"/>
                <a:sym typeface="Aldrich"/>
              </a:defRPr>
            </a:lvl7pPr>
            <a:lvl8pPr lvl="7" rtl="0">
              <a:lnSpc>
                <a:spcPct val="100000"/>
              </a:lnSpc>
              <a:spcBef>
                <a:spcPts val="0"/>
              </a:spcBef>
              <a:spcAft>
                <a:spcPts val="0"/>
              </a:spcAft>
              <a:buNone/>
              <a:defRPr>
                <a:latin typeface="Aldrich"/>
                <a:ea typeface="Aldrich"/>
                <a:cs typeface="Aldrich"/>
                <a:sym typeface="Aldrich"/>
              </a:defRPr>
            </a:lvl8pPr>
            <a:lvl9pPr lvl="8" rtl="0">
              <a:lnSpc>
                <a:spcPct val="100000"/>
              </a:lnSpc>
              <a:spcBef>
                <a:spcPts val="0"/>
              </a:spcBef>
              <a:spcAft>
                <a:spcPts val="0"/>
              </a:spcAft>
              <a:buNone/>
              <a:defRPr>
                <a:latin typeface="Aldrich"/>
                <a:ea typeface="Aldrich"/>
                <a:cs typeface="Aldrich"/>
                <a:sym typeface="Aldrich"/>
              </a:defRPr>
            </a:lvl9pPr>
          </a:lstStyle>
          <a:p>
            <a:endParaRPr/>
          </a:p>
        </p:txBody>
      </p:sp>
      <p:sp>
        <p:nvSpPr>
          <p:cNvPr id="91" name="Google Shape;91;p13"/>
          <p:cNvSpPr txBox="1">
            <a:spLocks noGrp="1"/>
          </p:cNvSpPr>
          <p:nvPr>
            <p:ph type="subTitle" idx="2"/>
          </p:nvPr>
        </p:nvSpPr>
        <p:spPr>
          <a:xfrm flipH="1">
            <a:off x="1880113" y="2039873"/>
            <a:ext cx="2582700" cy="52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92" name="Google Shape;92;p13"/>
          <p:cNvSpPr txBox="1">
            <a:spLocks noGrp="1"/>
          </p:cNvSpPr>
          <p:nvPr>
            <p:ph type="title" idx="3" hasCustomPrompt="1"/>
          </p:nvPr>
        </p:nvSpPr>
        <p:spPr>
          <a:xfrm flipH="1">
            <a:off x="775488" y="3163275"/>
            <a:ext cx="859800" cy="451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3500"/>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93" name="Google Shape;93;p13"/>
          <p:cNvSpPr txBox="1">
            <a:spLocks noGrp="1"/>
          </p:cNvSpPr>
          <p:nvPr>
            <p:ph type="subTitle" idx="4"/>
          </p:nvPr>
        </p:nvSpPr>
        <p:spPr>
          <a:xfrm flipH="1">
            <a:off x="1880111" y="3243078"/>
            <a:ext cx="2582700" cy="37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a:latin typeface="Aldrich"/>
                <a:ea typeface="Aldrich"/>
                <a:cs typeface="Aldrich"/>
                <a:sym typeface="Aldrich"/>
              </a:defRPr>
            </a:lvl1pPr>
            <a:lvl2pPr lvl="1" rtl="0">
              <a:lnSpc>
                <a:spcPct val="100000"/>
              </a:lnSpc>
              <a:spcBef>
                <a:spcPts val="0"/>
              </a:spcBef>
              <a:spcAft>
                <a:spcPts val="0"/>
              </a:spcAft>
              <a:buNone/>
              <a:defRPr>
                <a:latin typeface="Aldrich"/>
                <a:ea typeface="Aldrich"/>
                <a:cs typeface="Aldrich"/>
                <a:sym typeface="Aldrich"/>
              </a:defRPr>
            </a:lvl2pPr>
            <a:lvl3pPr lvl="2" rtl="0">
              <a:lnSpc>
                <a:spcPct val="100000"/>
              </a:lnSpc>
              <a:spcBef>
                <a:spcPts val="0"/>
              </a:spcBef>
              <a:spcAft>
                <a:spcPts val="0"/>
              </a:spcAft>
              <a:buNone/>
              <a:defRPr>
                <a:latin typeface="Aldrich"/>
                <a:ea typeface="Aldrich"/>
                <a:cs typeface="Aldrich"/>
                <a:sym typeface="Aldrich"/>
              </a:defRPr>
            </a:lvl3pPr>
            <a:lvl4pPr lvl="3" rtl="0">
              <a:lnSpc>
                <a:spcPct val="100000"/>
              </a:lnSpc>
              <a:spcBef>
                <a:spcPts val="0"/>
              </a:spcBef>
              <a:spcAft>
                <a:spcPts val="0"/>
              </a:spcAft>
              <a:buNone/>
              <a:defRPr>
                <a:latin typeface="Aldrich"/>
                <a:ea typeface="Aldrich"/>
                <a:cs typeface="Aldrich"/>
                <a:sym typeface="Aldrich"/>
              </a:defRPr>
            </a:lvl4pPr>
            <a:lvl5pPr lvl="4" rtl="0">
              <a:lnSpc>
                <a:spcPct val="100000"/>
              </a:lnSpc>
              <a:spcBef>
                <a:spcPts val="0"/>
              </a:spcBef>
              <a:spcAft>
                <a:spcPts val="0"/>
              </a:spcAft>
              <a:buNone/>
              <a:defRPr>
                <a:latin typeface="Aldrich"/>
                <a:ea typeface="Aldrich"/>
                <a:cs typeface="Aldrich"/>
                <a:sym typeface="Aldrich"/>
              </a:defRPr>
            </a:lvl5pPr>
            <a:lvl6pPr lvl="5" rtl="0">
              <a:lnSpc>
                <a:spcPct val="100000"/>
              </a:lnSpc>
              <a:spcBef>
                <a:spcPts val="0"/>
              </a:spcBef>
              <a:spcAft>
                <a:spcPts val="0"/>
              </a:spcAft>
              <a:buNone/>
              <a:defRPr>
                <a:latin typeface="Aldrich"/>
                <a:ea typeface="Aldrich"/>
                <a:cs typeface="Aldrich"/>
                <a:sym typeface="Aldrich"/>
              </a:defRPr>
            </a:lvl6pPr>
            <a:lvl7pPr lvl="6" rtl="0">
              <a:lnSpc>
                <a:spcPct val="100000"/>
              </a:lnSpc>
              <a:spcBef>
                <a:spcPts val="0"/>
              </a:spcBef>
              <a:spcAft>
                <a:spcPts val="0"/>
              </a:spcAft>
              <a:buNone/>
              <a:defRPr>
                <a:latin typeface="Aldrich"/>
                <a:ea typeface="Aldrich"/>
                <a:cs typeface="Aldrich"/>
                <a:sym typeface="Aldrich"/>
              </a:defRPr>
            </a:lvl7pPr>
            <a:lvl8pPr lvl="7" rtl="0">
              <a:lnSpc>
                <a:spcPct val="100000"/>
              </a:lnSpc>
              <a:spcBef>
                <a:spcPts val="0"/>
              </a:spcBef>
              <a:spcAft>
                <a:spcPts val="0"/>
              </a:spcAft>
              <a:buNone/>
              <a:defRPr>
                <a:latin typeface="Aldrich"/>
                <a:ea typeface="Aldrich"/>
                <a:cs typeface="Aldrich"/>
                <a:sym typeface="Aldrich"/>
              </a:defRPr>
            </a:lvl8pPr>
            <a:lvl9pPr lvl="8" rtl="0">
              <a:lnSpc>
                <a:spcPct val="100000"/>
              </a:lnSpc>
              <a:spcBef>
                <a:spcPts val="0"/>
              </a:spcBef>
              <a:spcAft>
                <a:spcPts val="0"/>
              </a:spcAft>
              <a:buNone/>
              <a:defRPr>
                <a:latin typeface="Aldrich"/>
                <a:ea typeface="Aldrich"/>
                <a:cs typeface="Aldrich"/>
                <a:sym typeface="Aldrich"/>
              </a:defRPr>
            </a:lvl9pPr>
          </a:lstStyle>
          <a:p>
            <a:endParaRPr/>
          </a:p>
        </p:txBody>
      </p:sp>
      <p:sp>
        <p:nvSpPr>
          <p:cNvPr id="94" name="Google Shape;94;p13"/>
          <p:cNvSpPr txBox="1">
            <a:spLocks noGrp="1"/>
          </p:cNvSpPr>
          <p:nvPr>
            <p:ph type="subTitle" idx="5"/>
          </p:nvPr>
        </p:nvSpPr>
        <p:spPr>
          <a:xfrm flipH="1">
            <a:off x="1880113" y="3549028"/>
            <a:ext cx="2582700" cy="52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95" name="Google Shape;95;p13"/>
          <p:cNvSpPr txBox="1">
            <a:spLocks noGrp="1"/>
          </p:cNvSpPr>
          <p:nvPr>
            <p:ph type="title" idx="6" hasCustomPrompt="1"/>
          </p:nvPr>
        </p:nvSpPr>
        <p:spPr>
          <a:xfrm>
            <a:off x="4710913" y="1636400"/>
            <a:ext cx="859800" cy="451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3500"/>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96" name="Google Shape;96;p13"/>
          <p:cNvSpPr txBox="1">
            <a:spLocks noGrp="1"/>
          </p:cNvSpPr>
          <p:nvPr>
            <p:ph type="subTitle" idx="7"/>
          </p:nvPr>
        </p:nvSpPr>
        <p:spPr>
          <a:xfrm>
            <a:off x="5719788" y="1716275"/>
            <a:ext cx="2582700" cy="37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a:latin typeface="Aldrich"/>
                <a:ea typeface="Aldrich"/>
                <a:cs typeface="Aldrich"/>
                <a:sym typeface="Aldrich"/>
              </a:defRPr>
            </a:lvl1pPr>
            <a:lvl2pPr lvl="1" rtl="0">
              <a:lnSpc>
                <a:spcPct val="100000"/>
              </a:lnSpc>
              <a:spcBef>
                <a:spcPts val="0"/>
              </a:spcBef>
              <a:spcAft>
                <a:spcPts val="0"/>
              </a:spcAft>
              <a:buNone/>
              <a:defRPr>
                <a:latin typeface="Aldrich"/>
                <a:ea typeface="Aldrich"/>
                <a:cs typeface="Aldrich"/>
                <a:sym typeface="Aldrich"/>
              </a:defRPr>
            </a:lvl2pPr>
            <a:lvl3pPr lvl="2" rtl="0">
              <a:lnSpc>
                <a:spcPct val="100000"/>
              </a:lnSpc>
              <a:spcBef>
                <a:spcPts val="0"/>
              </a:spcBef>
              <a:spcAft>
                <a:spcPts val="0"/>
              </a:spcAft>
              <a:buNone/>
              <a:defRPr>
                <a:latin typeface="Aldrich"/>
                <a:ea typeface="Aldrich"/>
                <a:cs typeface="Aldrich"/>
                <a:sym typeface="Aldrich"/>
              </a:defRPr>
            </a:lvl3pPr>
            <a:lvl4pPr lvl="3" rtl="0">
              <a:lnSpc>
                <a:spcPct val="100000"/>
              </a:lnSpc>
              <a:spcBef>
                <a:spcPts val="0"/>
              </a:spcBef>
              <a:spcAft>
                <a:spcPts val="0"/>
              </a:spcAft>
              <a:buNone/>
              <a:defRPr>
                <a:latin typeface="Aldrich"/>
                <a:ea typeface="Aldrich"/>
                <a:cs typeface="Aldrich"/>
                <a:sym typeface="Aldrich"/>
              </a:defRPr>
            </a:lvl4pPr>
            <a:lvl5pPr lvl="4" rtl="0">
              <a:lnSpc>
                <a:spcPct val="100000"/>
              </a:lnSpc>
              <a:spcBef>
                <a:spcPts val="0"/>
              </a:spcBef>
              <a:spcAft>
                <a:spcPts val="0"/>
              </a:spcAft>
              <a:buNone/>
              <a:defRPr>
                <a:latin typeface="Aldrich"/>
                <a:ea typeface="Aldrich"/>
                <a:cs typeface="Aldrich"/>
                <a:sym typeface="Aldrich"/>
              </a:defRPr>
            </a:lvl5pPr>
            <a:lvl6pPr lvl="5" rtl="0">
              <a:lnSpc>
                <a:spcPct val="100000"/>
              </a:lnSpc>
              <a:spcBef>
                <a:spcPts val="0"/>
              </a:spcBef>
              <a:spcAft>
                <a:spcPts val="0"/>
              </a:spcAft>
              <a:buNone/>
              <a:defRPr>
                <a:latin typeface="Aldrich"/>
                <a:ea typeface="Aldrich"/>
                <a:cs typeface="Aldrich"/>
                <a:sym typeface="Aldrich"/>
              </a:defRPr>
            </a:lvl6pPr>
            <a:lvl7pPr lvl="6" rtl="0">
              <a:lnSpc>
                <a:spcPct val="100000"/>
              </a:lnSpc>
              <a:spcBef>
                <a:spcPts val="0"/>
              </a:spcBef>
              <a:spcAft>
                <a:spcPts val="0"/>
              </a:spcAft>
              <a:buNone/>
              <a:defRPr>
                <a:latin typeface="Aldrich"/>
                <a:ea typeface="Aldrich"/>
                <a:cs typeface="Aldrich"/>
                <a:sym typeface="Aldrich"/>
              </a:defRPr>
            </a:lvl7pPr>
            <a:lvl8pPr lvl="7" rtl="0">
              <a:lnSpc>
                <a:spcPct val="100000"/>
              </a:lnSpc>
              <a:spcBef>
                <a:spcPts val="0"/>
              </a:spcBef>
              <a:spcAft>
                <a:spcPts val="0"/>
              </a:spcAft>
              <a:buNone/>
              <a:defRPr>
                <a:latin typeface="Aldrich"/>
                <a:ea typeface="Aldrich"/>
                <a:cs typeface="Aldrich"/>
                <a:sym typeface="Aldrich"/>
              </a:defRPr>
            </a:lvl8pPr>
            <a:lvl9pPr lvl="8" rtl="0">
              <a:lnSpc>
                <a:spcPct val="100000"/>
              </a:lnSpc>
              <a:spcBef>
                <a:spcPts val="0"/>
              </a:spcBef>
              <a:spcAft>
                <a:spcPts val="0"/>
              </a:spcAft>
              <a:buNone/>
              <a:defRPr>
                <a:latin typeface="Aldrich"/>
                <a:ea typeface="Aldrich"/>
                <a:cs typeface="Aldrich"/>
                <a:sym typeface="Aldrich"/>
              </a:defRPr>
            </a:lvl9pPr>
          </a:lstStyle>
          <a:p>
            <a:endParaRPr/>
          </a:p>
        </p:txBody>
      </p:sp>
      <p:sp>
        <p:nvSpPr>
          <p:cNvPr id="97" name="Google Shape;97;p13"/>
          <p:cNvSpPr txBox="1">
            <a:spLocks noGrp="1"/>
          </p:cNvSpPr>
          <p:nvPr>
            <p:ph type="subTitle" idx="8"/>
          </p:nvPr>
        </p:nvSpPr>
        <p:spPr>
          <a:xfrm>
            <a:off x="5719788" y="2039883"/>
            <a:ext cx="2582700" cy="52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98" name="Google Shape;98;p13"/>
          <p:cNvSpPr txBox="1">
            <a:spLocks noGrp="1"/>
          </p:cNvSpPr>
          <p:nvPr>
            <p:ph type="title" idx="9" hasCustomPrompt="1"/>
          </p:nvPr>
        </p:nvSpPr>
        <p:spPr>
          <a:xfrm>
            <a:off x="4710913" y="3163275"/>
            <a:ext cx="859800" cy="451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3500"/>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99" name="Google Shape;99;p13"/>
          <p:cNvSpPr txBox="1">
            <a:spLocks noGrp="1"/>
          </p:cNvSpPr>
          <p:nvPr>
            <p:ph type="subTitle" idx="13"/>
          </p:nvPr>
        </p:nvSpPr>
        <p:spPr>
          <a:xfrm>
            <a:off x="5719788" y="3243076"/>
            <a:ext cx="2582700" cy="37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a:latin typeface="Aldrich"/>
                <a:ea typeface="Aldrich"/>
                <a:cs typeface="Aldrich"/>
                <a:sym typeface="Aldrich"/>
              </a:defRPr>
            </a:lvl1pPr>
            <a:lvl2pPr lvl="1" rtl="0">
              <a:lnSpc>
                <a:spcPct val="100000"/>
              </a:lnSpc>
              <a:spcBef>
                <a:spcPts val="0"/>
              </a:spcBef>
              <a:spcAft>
                <a:spcPts val="0"/>
              </a:spcAft>
              <a:buNone/>
              <a:defRPr>
                <a:latin typeface="Aldrich"/>
                <a:ea typeface="Aldrich"/>
                <a:cs typeface="Aldrich"/>
                <a:sym typeface="Aldrich"/>
              </a:defRPr>
            </a:lvl2pPr>
            <a:lvl3pPr lvl="2" rtl="0">
              <a:lnSpc>
                <a:spcPct val="100000"/>
              </a:lnSpc>
              <a:spcBef>
                <a:spcPts val="0"/>
              </a:spcBef>
              <a:spcAft>
                <a:spcPts val="0"/>
              </a:spcAft>
              <a:buNone/>
              <a:defRPr>
                <a:latin typeface="Aldrich"/>
                <a:ea typeface="Aldrich"/>
                <a:cs typeface="Aldrich"/>
                <a:sym typeface="Aldrich"/>
              </a:defRPr>
            </a:lvl3pPr>
            <a:lvl4pPr lvl="3" rtl="0">
              <a:lnSpc>
                <a:spcPct val="100000"/>
              </a:lnSpc>
              <a:spcBef>
                <a:spcPts val="0"/>
              </a:spcBef>
              <a:spcAft>
                <a:spcPts val="0"/>
              </a:spcAft>
              <a:buNone/>
              <a:defRPr>
                <a:latin typeface="Aldrich"/>
                <a:ea typeface="Aldrich"/>
                <a:cs typeface="Aldrich"/>
                <a:sym typeface="Aldrich"/>
              </a:defRPr>
            </a:lvl4pPr>
            <a:lvl5pPr lvl="4" rtl="0">
              <a:lnSpc>
                <a:spcPct val="100000"/>
              </a:lnSpc>
              <a:spcBef>
                <a:spcPts val="0"/>
              </a:spcBef>
              <a:spcAft>
                <a:spcPts val="0"/>
              </a:spcAft>
              <a:buNone/>
              <a:defRPr>
                <a:latin typeface="Aldrich"/>
                <a:ea typeface="Aldrich"/>
                <a:cs typeface="Aldrich"/>
                <a:sym typeface="Aldrich"/>
              </a:defRPr>
            </a:lvl5pPr>
            <a:lvl6pPr lvl="5" rtl="0">
              <a:lnSpc>
                <a:spcPct val="100000"/>
              </a:lnSpc>
              <a:spcBef>
                <a:spcPts val="0"/>
              </a:spcBef>
              <a:spcAft>
                <a:spcPts val="0"/>
              </a:spcAft>
              <a:buNone/>
              <a:defRPr>
                <a:latin typeface="Aldrich"/>
                <a:ea typeface="Aldrich"/>
                <a:cs typeface="Aldrich"/>
                <a:sym typeface="Aldrich"/>
              </a:defRPr>
            </a:lvl6pPr>
            <a:lvl7pPr lvl="6" rtl="0">
              <a:lnSpc>
                <a:spcPct val="100000"/>
              </a:lnSpc>
              <a:spcBef>
                <a:spcPts val="0"/>
              </a:spcBef>
              <a:spcAft>
                <a:spcPts val="0"/>
              </a:spcAft>
              <a:buNone/>
              <a:defRPr>
                <a:latin typeface="Aldrich"/>
                <a:ea typeface="Aldrich"/>
                <a:cs typeface="Aldrich"/>
                <a:sym typeface="Aldrich"/>
              </a:defRPr>
            </a:lvl7pPr>
            <a:lvl8pPr lvl="7" rtl="0">
              <a:lnSpc>
                <a:spcPct val="100000"/>
              </a:lnSpc>
              <a:spcBef>
                <a:spcPts val="0"/>
              </a:spcBef>
              <a:spcAft>
                <a:spcPts val="0"/>
              </a:spcAft>
              <a:buNone/>
              <a:defRPr>
                <a:latin typeface="Aldrich"/>
                <a:ea typeface="Aldrich"/>
                <a:cs typeface="Aldrich"/>
                <a:sym typeface="Aldrich"/>
              </a:defRPr>
            </a:lvl8pPr>
            <a:lvl9pPr lvl="8" rtl="0">
              <a:lnSpc>
                <a:spcPct val="100000"/>
              </a:lnSpc>
              <a:spcBef>
                <a:spcPts val="0"/>
              </a:spcBef>
              <a:spcAft>
                <a:spcPts val="0"/>
              </a:spcAft>
              <a:buNone/>
              <a:defRPr>
                <a:latin typeface="Aldrich"/>
                <a:ea typeface="Aldrich"/>
                <a:cs typeface="Aldrich"/>
                <a:sym typeface="Aldrich"/>
              </a:defRPr>
            </a:lvl9pPr>
          </a:lstStyle>
          <a:p>
            <a:endParaRPr/>
          </a:p>
        </p:txBody>
      </p:sp>
      <p:sp>
        <p:nvSpPr>
          <p:cNvPr id="100" name="Google Shape;100;p13"/>
          <p:cNvSpPr txBox="1">
            <a:spLocks noGrp="1"/>
          </p:cNvSpPr>
          <p:nvPr>
            <p:ph type="subTitle" idx="14"/>
          </p:nvPr>
        </p:nvSpPr>
        <p:spPr>
          <a:xfrm>
            <a:off x="5719788" y="3549025"/>
            <a:ext cx="2582700" cy="52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101" name="Google Shape;101;p13"/>
          <p:cNvSpPr txBox="1">
            <a:spLocks noGrp="1"/>
          </p:cNvSpPr>
          <p:nvPr>
            <p:ph type="title" idx="15"/>
          </p:nvPr>
        </p:nvSpPr>
        <p:spPr>
          <a:xfrm>
            <a:off x="713225" y="539500"/>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3500"/>
              <a:buFont typeface="Abhaya Libre"/>
              <a:buNon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endParaRPr/>
          </a:p>
        </p:txBody>
      </p:sp>
      <p:pic>
        <p:nvPicPr>
          <p:cNvPr id="102" name="Google Shape;102;p13"/>
          <p:cNvPicPr preferRelativeResize="0"/>
          <p:nvPr/>
        </p:nvPicPr>
        <p:blipFill>
          <a:blip r:embed="rId2">
            <a:alphaModFix/>
          </a:blip>
          <a:stretch>
            <a:fillRect/>
          </a:stretch>
        </p:blipFill>
        <p:spPr>
          <a:xfrm>
            <a:off x="-1" y="-361900"/>
            <a:ext cx="9144003" cy="6518663"/>
          </a:xfrm>
          <a:prstGeom prst="rect">
            <a:avLst/>
          </a:prstGeom>
          <a:noFill/>
          <a:ln>
            <a:noFill/>
          </a:ln>
        </p:spPr>
      </p:pic>
      <p:pic>
        <p:nvPicPr>
          <p:cNvPr id="103" name="Google Shape;103;p13"/>
          <p:cNvPicPr preferRelativeResize="0"/>
          <p:nvPr/>
        </p:nvPicPr>
        <p:blipFill>
          <a:blip r:embed="rId3">
            <a:alphaModFix/>
          </a:blip>
          <a:stretch>
            <a:fillRect/>
          </a:stretch>
        </p:blipFill>
        <p:spPr>
          <a:xfrm>
            <a:off x="-718178" y="-894625"/>
            <a:ext cx="2675651" cy="2713550"/>
          </a:xfrm>
          <a:prstGeom prst="rect">
            <a:avLst/>
          </a:prstGeom>
          <a:noFill/>
          <a:ln>
            <a:noFill/>
          </a:ln>
        </p:spPr>
      </p:pic>
      <p:pic>
        <p:nvPicPr>
          <p:cNvPr id="104" name="Google Shape;104;p13"/>
          <p:cNvPicPr preferRelativeResize="0"/>
          <p:nvPr/>
        </p:nvPicPr>
        <p:blipFill>
          <a:blip r:embed="rId4">
            <a:alphaModFix/>
          </a:blip>
          <a:stretch>
            <a:fillRect/>
          </a:stretch>
        </p:blipFill>
        <p:spPr>
          <a:xfrm rot="5400000">
            <a:off x="6899409" y="-33970"/>
            <a:ext cx="4916874" cy="3637250"/>
          </a:xfrm>
          <a:prstGeom prst="rect">
            <a:avLst/>
          </a:prstGeom>
          <a:noFill/>
          <a:ln>
            <a:noFill/>
          </a:ln>
        </p:spPr>
      </p:pic>
      <p:pic>
        <p:nvPicPr>
          <p:cNvPr id="105" name="Google Shape;105;p13"/>
          <p:cNvPicPr preferRelativeResize="0"/>
          <p:nvPr/>
        </p:nvPicPr>
        <p:blipFill>
          <a:blip r:embed="rId3">
            <a:alphaModFix/>
          </a:blip>
          <a:stretch>
            <a:fillRect/>
          </a:stretch>
        </p:blipFill>
        <p:spPr>
          <a:xfrm rot="10800000" flipH="1">
            <a:off x="-754803" y="3380725"/>
            <a:ext cx="2675651" cy="2713550"/>
          </a:xfrm>
          <a:prstGeom prst="rect">
            <a:avLst/>
          </a:prstGeom>
          <a:noFill/>
          <a:ln>
            <a:noFill/>
          </a:ln>
        </p:spPr>
      </p:pic>
      <p:pic>
        <p:nvPicPr>
          <p:cNvPr id="106" name="Google Shape;106;p13"/>
          <p:cNvPicPr preferRelativeResize="0"/>
          <p:nvPr/>
        </p:nvPicPr>
        <p:blipFill>
          <a:blip r:embed="rId4">
            <a:alphaModFix/>
          </a:blip>
          <a:stretch>
            <a:fillRect/>
          </a:stretch>
        </p:blipFill>
        <p:spPr>
          <a:xfrm rot="5400000" flipH="1">
            <a:off x="6899409" y="1994105"/>
            <a:ext cx="4916874" cy="36372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07"/>
        <p:cNvGrpSpPr/>
        <p:nvPr/>
      </p:nvGrpSpPr>
      <p:grpSpPr>
        <a:xfrm>
          <a:off x="0" y="0"/>
          <a:ext cx="0" cy="0"/>
          <a:chOff x="0" y="0"/>
          <a:chExt cx="0" cy="0"/>
        </a:xfrm>
      </p:grpSpPr>
      <p:pic>
        <p:nvPicPr>
          <p:cNvPr id="108" name="Google Shape;108;p14"/>
          <p:cNvPicPr preferRelativeResize="0"/>
          <p:nvPr/>
        </p:nvPicPr>
        <p:blipFill>
          <a:blip r:embed="rId2">
            <a:alphaModFix/>
          </a:blip>
          <a:stretch>
            <a:fillRect/>
          </a:stretch>
        </p:blipFill>
        <p:spPr>
          <a:xfrm>
            <a:off x="-1" y="-361900"/>
            <a:ext cx="9144003" cy="6518663"/>
          </a:xfrm>
          <a:prstGeom prst="rect">
            <a:avLst/>
          </a:prstGeom>
          <a:noFill/>
          <a:ln>
            <a:noFill/>
          </a:ln>
        </p:spPr>
      </p:pic>
      <p:sp>
        <p:nvSpPr>
          <p:cNvPr id="109" name="Google Shape;109;p14"/>
          <p:cNvSpPr txBox="1">
            <a:spLocks noGrp="1"/>
          </p:cNvSpPr>
          <p:nvPr>
            <p:ph type="title"/>
          </p:nvPr>
        </p:nvSpPr>
        <p:spPr>
          <a:xfrm>
            <a:off x="3688525" y="1568200"/>
            <a:ext cx="3762600" cy="1512000"/>
          </a:xfrm>
          <a:prstGeom prst="rect">
            <a:avLst/>
          </a:prstGeom>
        </p:spPr>
        <p:txBody>
          <a:bodyPr spcFirstLastPara="1" wrap="square" lIns="91425" tIns="91425" rIns="91425" bIns="91425" anchor="ctr" anchorCtr="0">
            <a:noAutofit/>
          </a:bodyPr>
          <a:lstStyle>
            <a:lvl1pPr lvl="0" rtl="0">
              <a:spcBef>
                <a:spcPts val="0"/>
              </a:spcBef>
              <a:spcAft>
                <a:spcPts val="0"/>
              </a:spcAft>
              <a:buSzPts val="7000"/>
              <a:buNone/>
              <a:defRPr sz="5000"/>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endParaRPr/>
          </a:p>
        </p:txBody>
      </p:sp>
      <p:sp>
        <p:nvSpPr>
          <p:cNvPr id="110" name="Google Shape;110;p14"/>
          <p:cNvSpPr txBox="1">
            <a:spLocks noGrp="1"/>
          </p:cNvSpPr>
          <p:nvPr>
            <p:ph type="title" idx="2" hasCustomPrompt="1"/>
          </p:nvPr>
        </p:nvSpPr>
        <p:spPr>
          <a:xfrm>
            <a:off x="1542675" y="1537475"/>
            <a:ext cx="2092200" cy="171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5000"/>
              <a:buNone/>
              <a:defRPr sz="10000">
                <a:solidFill>
                  <a:schemeClr val="dk1"/>
                </a:solidFill>
              </a:defRPr>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r>
              <a:t>xx%</a:t>
            </a:r>
          </a:p>
        </p:txBody>
      </p:sp>
      <p:sp>
        <p:nvSpPr>
          <p:cNvPr id="111" name="Google Shape;111;p14"/>
          <p:cNvSpPr txBox="1">
            <a:spLocks noGrp="1"/>
          </p:cNvSpPr>
          <p:nvPr>
            <p:ph type="subTitle" idx="1"/>
          </p:nvPr>
        </p:nvSpPr>
        <p:spPr>
          <a:xfrm>
            <a:off x="3688525" y="3107575"/>
            <a:ext cx="3762600" cy="699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pic>
        <p:nvPicPr>
          <p:cNvPr id="112" name="Google Shape;112;p14"/>
          <p:cNvPicPr preferRelativeResize="0"/>
          <p:nvPr/>
        </p:nvPicPr>
        <p:blipFill>
          <a:blip r:embed="rId3">
            <a:alphaModFix/>
          </a:blip>
          <a:stretch>
            <a:fillRect/>
          </a:stretch>
        </p:blipFill>
        <p:spPr>
          <a:xfrm flipH="1">
            <a:off x="7473595" y="-894625"/>
            <a:ext cx="2675651" cy="2713550"/>
          </a:xfrm>
          <a:prstGeom prst="rect">
            <a:avLst/>
          </a:prstGeom>
          <a:noFill/>
          <a:ln>
            <a:noFill/>
          </a:ln>
        </p:spPr>
      </p:pic>
      <p:pic>
        <p:nvPicPr>
          <p:cNvPr id="113" name="Google Shape;113;p14"/>
          <p:cNvPicPr preferRelativeResize="0"/>
          <p:nvPr/>
        </p:nvPicPr>
        <p:blipFill>
          <a:blip r:embed="rId4">
            <a:alphaModFix/>
          </a:blip>
          <a:stretch>
            <a:fillRect/>
          </a:stretch>
        </p:blipFill>
        <p:spPr>
          <a:xfrm rot="-5400000" flipH="1">
            <a:off x="-2385215" y="-260920"/>
            <a:ext cx="4916874" cy="3637250"/>
          </a:xfrm>
          <a:prstGeom prst="rect">
            <a:avLst/>
          </a:prstGeom>
          <a:noFill/>
          <a:ln>
            <a:noFill/>
          </a:ln>
        </p:spPr>
      </p:pic>
      <p:pic>
        <p:nvPicPr>
          <p:cNvPr id="114" name="Google Shape;114;p14"/>
          <p:cNvPicPr preferRelativeResize="0"/>
          <p:nvPr/>
        </p:nvPicPr>
        <p:blipFill>
          <a:blip r:embed="rId4">
            <a:alphaModFix/>
          </a:blip>
          <a:stretch>
            <a:fillRect/>
          </a:stretch>
        </p:blipFill>
        <p:spPr>
          <a:xfrm rot="-5400000">
            <a:off x="-2385215" y="1767155"/>
            <a:ext cx="4916874" cy="3637250"/>
          </a:xfrm>
          <a:prstGeom prst="rect">
            <a:avLst/>
          </a:prstGeom>
          <a:noFill/>
          <a:ln>
            <a:noFill/>
          </a:ln>
        </p:spPr>
      </p:pic>
      <p:pic>
        <p:nvPicPr>
          <p:cNvPr id="115" name="Google Shape;115;p14"/>
          <p:cNvPicPr preferRelativeResize="0"/>
          <p:nvPr/>
        </p:nvPicPr>
        <p:blipFill>
          <a:blip r:embed="rId3">
            <a:alphaModFix/>
          </a:blip>
          <a:stretch>
            <a:fillRect/>
          </a:stretch>
        </p:blipFill>
        <p:spPr>
          <a:xfrm rot="10800000">
            <a:off x="7510220" y="3380725"/>
            <a:ext cx="2675651" cy="2713550"/>
          </a:xfrm>
          <a:prstGeom prst="rect">
            <a:avLst/>
          </a:prstGeom>
          <a:noFill/>
          <a:ln>
            <a:noFill/>
          </a:ln>
        </p:spPr>
      </p:pic>
      <p:grpSp>
        <p:nvGrpSpPr>
          <p:cNvPr id="116" name="Google Shape;116;p14"/>
          <p:cNvGrpSpPr/>
          <p:nvPr/>
        </p:nvGrpSpPr>
        <p:grpSpPr>
          <a:xfrm rot="5400000">
            <a:off x="5377120" y="-599100"/>
            <a:ext cx="786600" cy="2666275"/>
            <a:chOff x="8357395" y="2343975"/>
            <a:chExt cx="786600" cy="2666275"/>
          </a:xfrm>
        </p:grpSpPr>
        <p:sp>
          <p:nvSpPr>
            <p:cNvPr id="117" name="Google Shape;117;p14"/>
            <p:cNvSpPr/>
            <p:nvPr/>
          </p:nvSpPr>
          <p:spPr>
            <a:xfrm>
              <a:off x="8357395" y="2343975"/>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4"/>
            <p:cNvSpPr/>
            <p:nvPr/>
          </p:nvSpPr>
          <p:spPr>
            <a:xfrm>
              <a:off x="8357395" y="2970433"/>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4"/>
            <p:cNvSpPr/>
            <p:nvPr/>
          </p:nvSpPr>
          <p:spPr>
            <a:xfrm>
              <a:off x="8357395" y="3596892"/>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4"/>
            <p:cNvSpPr/>
            <p:nvPr/>
          </p:nvSpPr>
          <p:spPr>
            <a:xfrm>
              <a:off x="8357395" y="4223350"/>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121"/>
        <p:cNvGrpSpPr/>
        <p:nvPr/>
      </p:nvGrpSpPr>
      <p:grpSpPr>
        <a:xfrm>
          <a:off x="0" y="0"/>
          <a:ext cx="0" cy="0"/>
          <a:chOff x="0" y="0"/>
          <a:chExt cx="0" cy="0"/>
        </a:xfrm>
      </p:grpSpPr>
      <p:pic>
        <p:nvPicPr>
          <p:cNvPr id="122" name="Google Shape;122;p15"/>
          <p:cNvPicPr preferRelativeResize="0"/>
          <p:nvPr/>
        </p:nvPicPr>
        <p:blipFill>
          <a:blip r:embed="rId2">
            <a:alphaModFix/>
          </a:blip>
          <a:stretch>
            <a:fillRect/>
          </a:stretch>
        </p:blipFill>
        <p:spPr>
          <a:xfrm>
            <a:off x="-1" y="-361900"/>
            <a:ext cx="9144003" cy="6518663"/>
          </a:xfrm>
          <a:prstGeom prst="rect">
            <a:avLst/>
          </a:prstGeom>
          <a:noFill/>
          <a:ln>
            <a:noFill/>
          </a:ln>
        </p:spPr>
      </p:pic>
      <p:sp>
        <p:nvSpPr>
          <p:cNvPr id="123" name="Google Shape;123;p15"/>
          <p:cNvSpPr txBox="1">
            <a:spLocks noGrp="1"/>
          </p:cNvSpPr>
          <p:nvPr>
            <p:ph type="title"/>
          </p:nvPr>
        </p:nvSpPr>
        <p:spPr>
          <a:xfrm>
            <a:off x="1151550" y="1452113"/>
            <a:ext cx="4839300" cy="151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7000"/>
              <a:buNone/>
              <a:defRPr sz="5000"/>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endParaRPr/>
          </a:p>
        </p:txBody>
      </p:sp>
      <p:sp>
        <p:nvSpPr>
          <p:cNvPr id="124" name="Google Shape;124;p15"/>
          <p:cNvSpPr txBox="1">
            <a:spLocks noGrp="1"/>
          </p:cNvSpPr>
          <p:nvPr>
            <p:ph type="title" idx="2" hasCustomPrompt="1"/>
          </p:nvPr>
        </p:nvSpPr>
        <p:spPr>
          <a:xfrm>
            <a:off x="6050550" y="1452125"/>
            <a:ext cx="2055300" cy="171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5000"/>
              <a:buNone/>
              <a:defRPr sz="10000">
                <a:solidFill>
                  <a:schemeClr val="dk1"/>
                </a:solidFill>
              </a:defRPr>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r>
              <a:t>xx%</a:t>
            </a:r>
          </a:p>
        </p:txBody>
      </p:sp>
      <p:sp>
        <p:nvSpPr>
          <p:cNvPr id="125" name="Google Shape;125;p15"/>
          <p:cNvSpPr txBox="1">
            <a:spLocks noGrp="1"/>
          </p:cNvSpPr>
          <p:nvPr>
            <p:ph type="subTitle" idx="1"/>
          </p:nvPr>
        </p:nvSpPr>
        <p:spPr>
          <a:xfrm>
            <a:off x="1151550" y="2937650"/>
            <a:ext cx="4839300" cy="4209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None/>
              <a:defRPr sz="1600"/>
            </a:lvl1pPr>
            <a:lvl2pPr lvl="1" algn="r" rtl="0">
              <a:lnSpc>
                <a:spcPct val="100000"/>
              </a:lnSpc>
              <a:spcBef>
                <a:spcPts val="0"/>
              </a:spcBef>
              <a:spcAft>
                <a:spcPts val="0"/>
              </a:spcAft>
              <a:buNone/>
              <a:defRPr sz="1600"/>
            </a:lvl2pPr>
            <a:lvl3pPr lvl="2" algn="r" rtl="0">
              <a:lnSpc>
                <a:spcPct val="100000"/>
              </a:lnSpc>
              <a:spcBef>
                <a:spcPts val="0"/>
              </a:spcBef>
              <a:spcAft>
                <a:spcPts val="0"/>
              </a:spcAft>
              <a:buNone/>
              <a:defRPr sz="1600"/>
            </a:lvl3pPr>
            <a:lvl4pPr lvl="3" algn="r" rtl="0">
              <a:lnSpc>
                <a:spcPct val="100000"/>
              </a:lnSpc>
              <a:spcBef>
                <a:spcPts val="0"/>
              </a:spcBef>
              <a:spcAft>
                <a:spcPts val="0"/>
              </a:spcAft>
              <a:buNone/>
              <a:defRPr sz="1600"/>
            </a:lvl4pPr>
            <a:lvl5pPr lvl="4" algn="r" rtl="0">
              <a:lnSpc>
                <a:spcPct val="100000"/>
              </a:lnSpc>
              <a:spcBef>
                <a:spcPts val="0"/>
              </a:spcBef>
              <a:spcAft>
                <a:spcPts val="0"/>
              </a:spcAft>
              <a:buNone/>
              <a:defRPr sz="1600"/>
            </a:lvl5pPr>
            <a:lvl6pPr lvl="5" algn="r" rtl="0">
              <a:lnSpc>
                <a:spcPct val="100000"/>
              </a:lnSpc>
              <a:spcBef>
                <a:spcPts val="0"/>
              </a:spcBef>
              <a:spcAft>
                <a:spcPts val="0"/>
              </a:spcAft>
              <a:buNone/>
              <a:defRPr sz="1600"/>
            </a:lvl6pPr>
            <a:lvl7pPr lvl="6" algn="r" rtl="0">
              <a:lnSpc>
                <a:spcPct val="100000"/>
              </a:lnSpc>
              <a:spcBef>
                <a:spcPts val="0"/>
              </a:spcBef>
              <a:spcAft>
                <a:spcPts val="0"/>
              </a:spcAft>
              <a:buNone/>
              <a:defRPr sz="1600"/>
            </a:lvl7pPr>
            <a:lvl8pPr lvl="7" algn="r" rtl="0">
              <a:lnSpc>
                <a:spcPct val="100000"/>
              </a:lnSpc>
              <a:spcBef>
                <a:spcPts val="0"/>
              </a:spcBef>
              <a:spcAft>
                <a:spcPts val="0"/>
              </a:spcAft>
              <a:buNone/>
              <a:defRPr sz="1600"/>
            </a:lvl8pPr>
            <a:lvl9pPr lvl="8" algn="r" rtl="0">
              <a:lnSpc>
                <a:spcPct val="100000"/>
              </a:lnSpc>
              <a:spcBef>
                <a:spcPts val="0"/>
              </a:spcBef>
              <a:spcAft>
                <a:spcPts val="0"/>
              </a:spcAft>
              <a:buNone/>
              <a:defRPr sz="1600"/>
            </a:lvl9pPr>
          </a:lstStyle>
          <a:p>
            <a:endParaRPr/>
          </a:p>
        </p:txBody>
      </p:sp>
      <p:pic>
        <p:nvPicPr>
          <p:cNvPr id="126" name="Google Shape;126;p15"/>
          <p:cNvPicPr preferRelativeResize="0"/>
          <p:nvPr/>
        </p:nvPicPr>
        <p:blipFill>
          <a:blip r:embed="rId3">
            <a:alphaModFix/>
          </a:blip>
          <a:stretch>
            <a:fillRect/>
          </a:stretch>
        </p:blipFill>
        <p:spPr>
          <a:xfrm rot="10800000" flipH="1">
            <a:off x="-4679275" y="-2798065"/>
            <a:ext cx="7657249" cy="8935624"/>
          </a:xfrm>
          <a:prstGeom prst="rect">
            <a:avLst/>
          </a:prstGeom>
          <a:noFill/>
          <a:ln>
            <a:noFill/>
          </a:ln>
        </p:spPr>
      </p:pic>
      <p:pic>
        <p:nvPicPr>
          <p:cNvPr id="127" name="Google Shape;127;p15"/>
          <p:cNvPicPr preferRelativeResize="0"/>
          <p:nvPr/>
        </p:nvPicPr>
        <p:blipFill>
          <a:blip r:embed="rId4">
            <a:alphaModFix/>
          </a:blip>
          <a:stretch>
            <a:fillRect/>
          </a:stretch>
        </p:blipFill>
        <p:spPr>
          <a:xfrm rot="5400000" flipH="1">
            <a:off x="6901525" y="1273964"/>
            <a:ext cx="4400440" cy="2595572"/>
          </a:xfrm>
          <a:prstGeom prst="rect">
            <a:avLst/>
          </a:prstGeom>
          <a:noFill/>
          <a:ln>
            <a:noFill/>
          </a:ln>
        </p:spPr>
      </p:pic>
      <p:grpSp>
        <p:nvGrpSpPr>
          <p:cNvPr id="128" name="Google Shape;128;p15"/>
          <p:cNvGrpSpPr/>
          <p:nvPr/>
        </p:nvGrpSpPr>
        <p:grpSpPr>
          <a:xfrm>
            <a:off x="6248175" y="4217875"/>
            <a:ext cx="1660050" cy="554100"/>
            <a:chOff x="439750" y="360325"/>
            <a:chExt cx="1660050" cy="554100"/>
          </a:xfrm>
        </p:grpSpPr>
        <p:sp>
          <p:nvSpPr>
            <p:cNvPr id="129" name="Google Shape;129;p15"/>
            <p:cNvSpPr/>
            <p:nvPr/>
          </p:nvSpPr>
          <p:spPr>
            <a:xfrm>
              <a:off x="43975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5"/>
            <p:cNvSpPr/>
            <p:nvPr/>
          </p:nvSpPr>
          <p:spPr>
            <a:xfrm>
              <a:off x="959725"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5"/>
            <p:cNvSpPr/>
            <p:nvPr/>
          </p:nvSpPr>
          <p:spPr>
            <a:xfrm>
              <a:off x="149890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3">
  <p:cSld name="SECTION_HEADER_3">
    <p:spTree>
      <p:nvGrpSpPr>
        <p:cNvPr id="1" name="Shape 132"/>
        <p:cNvGrpSpPr/>
        <p:nvPr/>
      </p:nvGrpSpPr>
      <p:grpSpPr>
        <a:xfrm>
          <a:off x="0" y="0"/>
          <a:ext cx="0" cy="0"/>
          <a:chOff x="0" y="0"/>
          <a:chExt cx="0" cy="0"/>
        </a:xfrm>
      </p:grpSpPr>
      <p:pic>
        <p:nvPicPr>
          <p:cNvPr id="133" name="Google Shape;133;p16"/>
          <p:cNvPicPr preferRelativeResize="0"/>
          <p:nvPr/>
        </p:nvPicPr>
        <p:blipFill>
          <a:blip r:embed="rId2">
            <a:alphaModFix/>
          </a:blip>
          <a:stretch>
            <a:fillRect/>
          </a:stretch>
        </p:blipFill>
        <p:spPr>
          <a:xfrm>
            <a:off x="-1" y="-361900"/>
            <a:ext cx="9144003" cy="6518663"/>
          </a:xfrm>
          <a:prstGeom prst="rect">
            <a:avLst/>
          </a:prstGeom>
          <a:noFill/>
          <a:ln>
            <a:noFill/>
          </a:ln>
        </p:spPr>
      </p:pic>
      <p:sp>
        <p:nvSpPr>
          <p:cNvPr id="134" name="Google Shape;134;p16"/>
          <p:cNvSpPr txBox="1">
            <a:spLocks noGrp="1"/>
          </p:cNvSpPr>
          <p:nvPr>
            <p:ph type="title"/>
          </p:nvPr>
        </p:nvSpPr>
        <p:spPr>
          <a:xfrm>
            <a:off x="3640250" y="2259100"/>
            <a:ext cx="4790400" cy="1512000"/>
          </a:xfrm>
          <a:prstGeom prst="rect">
            <a:avLst/>
          </a:prstGeom>
        </p:spPr>
        <p:txBody>
          <a:bodyPr spcFirstLastPara="1" wrap="square" lIns="91425" tIns="91425" rIns="91425" bIns="91425" anchor="ctr" anchorCtr="0">
            <a:noAutofit/>
          </a:bodyPr>
          <a:lstStyle>
            <a:lvl1pPr lvl="0" rtl="0">
              <a:spcBef>
                <a:spcPts val="0"/>
              </a:spcBef>
              <a:spcAft>
                <a:spcPts val="0"/>
              </a:spcAft>
              <a:buSzPts val="7000"/>
              <a:buNone/>
              <a:defRPr sz="5000"/>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endParaRPr/>
          </a:p>
        </p:txBody>
      </p:sp>
      <p:sp>
        <p:nvSpPr>
          <p:cNvPr id="135" name="Google Shape;135;p16"/>
          <p:cNvSpPr txBox="1">
            <a:spLocks noGrp="1"/>
          </p:cNvSpPr>
          <p:nvPr>
            <p:ph type="title" idx="2" hasCustomPrompt="1"/>
          </p:nvPr>
        </p:nvSpPr>
        <p:spPr>
          <a:xfrm>
            <a:off x="3640250" y="539500"/>
            <a:ext cx="2052600" cy="171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5000"/>
              <a:buNone/>
              <a:defRPr sz="10000">
                <a:solidFill>
                  <a:schemeClr val="dk1"/>
                </a:solidFill>
              </a:defRPr>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r>
              <a:t>xx%</a:t>
            </a:r>
          </a:p>
        </p:txBody>
      </p:sp>
      <p:sp>
        <p:nvSpPr>
          <p:cNvPr id="136" name="Google Shape;136;p16"/>
          <p:cNvSpPr txBox="1">
            <a:spLocks noGrp="1"/>
          </p:cNvSpPr>
          <p:nvPr>
            <p:ph type="subTitle" idx="1"/>
          </p:nvPr>
        </p:nvSpPr>
        <p:spPr>
          <a:xfrm>
            <a:off x="3640250" y="3970525"/>
            <a:ext cx="4790400" cy="399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grpSp>
        <p:nvGrpSpPr>
          <p:cNvPr id="137" name="Google Shape;137;p16"/>
          <p:cNvGrpSpPr/>
          <p:nvPr/>
        </p:nvGrpSpPr>
        <p:grpSpPr>
          <a:xfrm>
            <a:off x="7039975" y="315100"/>
            <a:ext cx="1660050" cy="554100"/>
            <a:chOff x="439750" y="360325"/>
            <a:chExt cx="1660050" cy="554100"/>
          </a:xfrm>
        </p:grpSpPr>
        <p:sp>
          <p:nvSpPr>
            <p:cNvPr id="138" name="Google Shape;138;p16"/>
            <p:cNvSpPr/>
            <p:nvPr/>
          </p:nvSpPr>
          <p:spPr>
            <a:xfrm>
              <a:off x="43975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6"/>
            <p:cNvSpPr/>
            <p:nvPr/>
          </p:nvSpPr>
          <p:spPr>
            <a:xfrm>
              <a:off x="959725"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6"/>
            <p:cNvSpPr/>
            <p:nvPr/>
          </p:nvSpPr>
          <p:spPr>
            <a:xfrm>
              <a:off x="149890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196"/>
        <p:cNvGrpSpPr/>
        <p:nvPr/>
      </p:nvGrpSpPr>
      <p:grpSpPr>
        <a:xfrm>
          <a:off x="0" y="0"/>
          <a:ext cx="0" cy="0"/>
          <a:chOff x="0" y="0"/>
          <a:chExt cx="0" cy="0"/>
        </a:xfrm>
      </p:grpSpPr>
      <p:sp>
        <p:nvSpPr>
          <p:cNvPr id="197" name="Google Shape;197;p24"/>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273"/>
        <p:cNvGrpSpPr/>
        <p:nvPr/>
      </p:nvGrpSpPr>
      <p:grpSpPr>
        <a:xfrm>
          <a:off x="0" y="0"/>
          <a:ext cx="0" cy="0"/>
          <a:chOff x="0" y="0"/>
          <a:chExt cx="0" cy="0"/>
        </a:xfrm>
      </p:grpSpPr>
      <p:pic>
        <p:nvPicPr>
          <p:cNvPr id="274" name="Google Shape;274;p34"/>
          <p:cNvPicPr preferRelativeResize="0"/>
          <p:nvPr/>
        </p:nvPicPr>
        <p:blipFill>
          <a:blip r:embed="rId2">
            <a:alphaModFix/>
          </a:blip>
          <a:stretch>
            <a:fillRect/>
          </a:stretch>
        </p:blipFill>
        <p:spPr>
          <a:xfrm>
            <a:off x="-1" y="-361900"/>
            <a:ext cx="9144003" cy="6518663"/>
          </a:xfrm>
          <a:prstGeom prst="rect">
            <a:avLst/>
          </a:prstGeom>
          <a:noFill/>
          <a:ln>
            <a:noFill/>
          </a:ln>
        </p:spPr>
      </p:pic>
      <p:sp>
        <p:nvSpPr>
          <p:cNvPr id="275" name="Google Shape;275;p34"/>
          <p:cNvSpPr txBox="1">
            <a:spLocks noGrp="1"/>
          </p:cNvSpPr>
          <p:nvPr>
            <p:ph type="title" hasCustomPrompt="1"/>
          </p:nvPr>
        </p:nvSpPr>
        <p:spPr>
          <a:xfrm>
            <a:off x="2067263" y="3439350"/>
            <a:ext cx="2495100" cy="8343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4800"/>
              <a:buChar char="+"/>
              <a:defRPr sz="3500"/>
            </a:lvl1pPr>
            <a:lvl2pPr lvl="1" algn="ctr" rtl="0">
              <a:spcBef>
                <a:spcPts val="0"/>
              </a:spcBef>
              <a:spcAft>
                <a:spcPts val="0"/>
              </a:spcAft>
              <a:buSzPts val="12000"/>
              <a:buChar char="+"/>
              <a:defRPr sz="12000"/>
            </a:lvl2pPr>
            <a:lvl3pPr lvl="2" algn="ctr" rtl="0">
              <a:spcBef>
                <a:spcPts val="0"/>
              </a:spcBef>
              <a:spcAft>
                <a:spcPts val="0"/>
              </a:spcAft>
              <a:buSzPts val="12000"/>
              <a:buChar char="+"/>
              <a:defRPr sz="12000"/>
            </a:lvl3pPr>
            <a:lvl4pPr lvl="3" algn="ctr" rtl="0">
              <a:spcBef>
                <a:spcPts val="0"/>
              </a:spcBef>
              <a:spcAft>
                <a:spcPts val="0"/>
              </a:spcAft>
              <a:buSzPts val="12000"/>
              <a:buChar char="+"/>
              <a:defRPr sz="12000"/>
            </a:lvl4pPr>
            <a:lvl5pPr lvl="4" algn="ctr" rtl="0">
              <a:spcBef>
                <a:spcPts val="0"/>
              </a:spcBef>
              <a:spcAft>
                <a:spcPts val="0"/>
              </a:spcAft>
              <a:buSzPts val="12000"/>
              <a:buChar char="+"/>
              <a:defRPr sz="12000"/>
            </a:lvl5pPr>
            <a:lvl6pPr lvl="5" algn="ctr" rtl="0">
              <a:spcBef>
                <a:spcPts val="0"/>
              </a:spcBef>
              <a:spcAft>
                <a:spcPts val="0"/>
              </a:spcAft>
              <a:buSzPts val="12000"/>
              <a:buChar char="+"/>
              <a:defRPr sz="12000"/>
            </a:lvl6pPr>
            <a:lvl7pPr lvl="6" algn="ctr" rtl="0">
              <a:spcBef>
                <a:spcPts val="0"/>
              </a:spcBef>
              <a:spcAft>
                <a:spcPts val="0"/>
              </a:spcAft>
              <a:buSzPts val="12000"/>
              <a:buChar char="+"/>
              <a:defRPr sz="12000"/>
            </a:lvl7pPr>
            <a:lvl8pPr lvl="7" algn="ctr" rtl="0">
              <a:spcBef>
                <a:spcPts val="0"/>
              </a:spcBef>
              <a:spcAft>
                <a:spcPts val="0"/>
              </a:spcAft>
              <a:buSzPts val="12000"/>
              <a:buChar char="+"/>
              <a:defRPr sz="12000"/>
            </a:lvl8pPr>
            <a:lvl9pPr lvl="8" algn="ctr" rtl="0">
              <a:spcBef>
                <a:spcPts val="0"/>
              </a:spcBef>
              <a:spcAft>
                <a:spcPts val="0"/>
              </a:spcAft>
              <a:buSzPts val="12000"/>
              <a:buChar char="+"/>
              <a:defRPr sz="12000"/>
            </a:lvl9pPr>
          </a:lstStyle>
          <a:p>
            <a:r>
              <a:t>xx%</a:t>
            </a:r>
          </a:p>
        </p:txBody>
      </p:sp>
      <p:sp>
        <p:nvSpPr>
          <p:cNvPr id="276" name="Google Shape;276;p34"/>
          <p:cNvSpPr txBox="1">
            <a:spLocks noGrp="1"/>
          </p:cNvSpPr>
          <p:nvPr>
            <p:ph type="title" idx="2" hasCustomPrompt="1"/>
          </p:nvPr>
        </p:nvSpPr>
        <p:spPr>
          <a:xfrm>
            <a:off x="2067263" y="1416875"/>
            <a:ext cx="2495100" cy="834300"/>
          </a:xfrm>
          <a:prstGeom prst="rect">
            <a:avLst/>
          </a:prstGeom>
          <a:ln>
            <a:noFill/>
          </a:ln>
        </p:spPr>
        <p:txBody>
          <a:bodyPr spcFirstLastPara="1" wrap="square" lIns="91425" tIns="91425" rIns="91425" bIns="91425" anchor="t" anchorCtr="0">
            <a:noAutofit/>
          </a:bodyPr>
          <a:lstStyle>
            <a:lvl1pPr lvl="0" algn="r" rtl="0">
              <a:spcBef>
                <a:spcPts val="0"/>
              </a:spcBef>
              <a:spcAft>
                <a:spcPts val="0"/>
              </a:spcAft>
              <a:buSzPts val="4800"/>
              <a:buNone/>
              <a:defRPr sz="3500">
                <a:solidFill>
                  <a:schemeClr val="dk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77" name="Google Shape;277;p34"/>
          <p:cNvSpPr txBox="1">
            <a:spLocks noGrp="1"/>
          </p:cNvSpPr>
          <p:nvPr>
            <p:ph type="title" idx="3" hasCustomPrompt="1"/>
          </p:nvPr>
        </p:nvSpPr>
        <p:spPr>
          <a:xfrm>
            <a:off x="2067263" y="2428125"/>
            <a:ext cx="2495100" cy="834300"/>
          </a:xfrm>
          <a:prstGeom prst="rect">
            <a:avLst/>
          </a:prstGeom>
          <a:ln>
            <a:noFill/>
          </a:ln>
        </p:spPr>
        <p:txBody>
          <a:bodyPr spcFirstLastPara="1" wrap="square" lIns="91425" tIns="91425" rIns="91425" bIns="91425" anchor="t" anchorCtr="0">
            <a:noAutofit/>
          </a:bodyPr>
          <a:lstStyle>
            <a:lvl1pPr lvl="0" algn="r" rtl="0">
              <a:spcBef>
                <a:spcPts val="0"/>
              </a:spcBef>
              <a:spcAft>
                <a:spcPts val="0"/>
              </a:spcAft>
              <a:buSzPts val="4800"/>
              <a:buNone/>
              <a:defRPr sz="35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78" name="Google Shape;278;p34"/>
          <p:cNvSpPr txBox="1">
            <a:spLocks noGrp="1"/>
          </p:cNvSpPr>
          <p:nvPr>
            <p:ph type="subTitle" idx="1"/>
          </p:nvPr>
        </p:nvSpPr>
        <p:spPr>
          <a:xfrm>
            <a:off x="4777300" y="3592800"/>
            <a:ext cx="2173200" cy="5274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sp>
        <p:nvSpPr>
          <p:cNvPr id="279" name="Google Shape;279;p34"/>
          <p:cNvSpPr txBox="1">
            <a:spLocks noGrp="1"/>
          </p:cNvSpPr>
          <p:nvPr>
            <p:ph type="subTitle" idx="4"/>
          </p:nvPr>
        </p:nvSpPr>
        <p:spPr>
          <a:xfrm>
            <a:off x="4777300" y="2581575"/>
            <a:ext cx="2173200" cy="5274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sp>
        <p:nvSpPr>
          <p:cNvPr id="280" name="Google Shape;280;p34"/>
          <p:cNvSpPr txBox="1">
            <a:spLocks noGrp="1"/>
          </p:cNvSpPr>
          <p:nvPr>
            <p:ph type="subTitle" idx="5"/>
          </p:nvPr>
        </p:nvSpPr>
        <p:spPr>
          <a:xfrm>
            <a:off x="4777300" y="1570325"/>
            <a:ext cx="2173200" cy="5274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sp>
        <p:nvSpPr>
          <p:cNvPr id="281" name="Google Shape;281;p34"/>
          <p:cNvSpPr txBox="1">
            <a:spLocks noGrp="1"/>
          </p:cNvSpPr>
          <p:nvPr>
            <p:ph type="title" idx="6"/>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Font typeface="Abhaya Libre"/>
              <a:buNon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endParaRPr/>
          </a:p>
        </p:txBody>
      </p:sp>
      <p:pic>
        <p:nvPicPr>
          <p:cNvPr id="282" name="Google Shape;282;p34"/>
          <p:cNvPicPr preferRelativeResize="0"/>
          <p:nvPr/>
        </p:nvPicPr>
        <p:blipFill>
          <a:blip r:embed="rId3">
            <a:alphaModFix/>
          </a:blip>
          <a:stretch>
            <a:fillRect/>
          </a:stretch>
        </p:blipFill>
        <p:spPr>
          <a:xfrm rot="8100000" flipH="1">
            <a:off x="-4200897" y="582463"/>
            <a:ext cx="7657246" cy="8935621"/>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24">
    <p:spTree>
      <p:nvGrpSpPr>
        <p:cNvPr id="1" name="Shape 362"/>
        <p:cNvGrpSpPr/>
        <p:nvPr/>
      </p:nvGrpSpPr>
      <p:grpSpPr>
        <a:xfrm>
          <a:off x="0" y="0"/>
          <a:ext cx="0" cy="0"/>
          <a:chOff x="0" y="0"/>
          <a:chExt cx="0" cy="0"/>
        </a:xfrm>
      </p:grpSpPr>
      <p:pic>
        <p:nvPicPr>
          <p:cNvPr id="363" name="Google Shape;363;p40"/>
          <p:cNvPicPr preferRelativeResize="0"/>
          <p:nvPr/>
        </p:nvPicPr>
        <p:blipFill>
          <a:blip r:embed="rId2">
            <a:alphaModFix/>
          </a:blip>
          <a:stretch>
            <a:fillRect/>
          </a:stretch>
        </p:blipFill>
        <p:spPr>
          <a:xfrm>
            <a:off x="-1" y="-361900"/>
            <a:ext cx="9144003" cy="6518663"/>
          </a:xfrm>
          <a:prstGeom prst="rect">
            <a:avLst/>
          </a:prstGeom>
          <a:noFill/>
          <a:ln>
            <a:noFill/>
          </a:ln>
        </p:spPr>
      </p:pic>
      <p:pic>
        <p:nvPicPr>
          <p:cNvPr id="364" name="Google Shape;364;p40"/>
          <p:cNvPicPr preferRelativeResize="0"/>
          <p:nvPr/>
        </p:nvPicPr>
        <p:blipFill>
          <a:blip r:embed="rId3">
            <a:alphaModFix/>
          </a:blip>
          <a:stretch>
            <a:fillRect/>
          </a:stretch>
        </p:blipFill>
        <p:spPr>
          <a:xfrm rot="-2700000" flipH="1">
            <a:off x="4492080" y="1146832"/>
            <a:ext cx="7657246" cy="8935629"/>
          </a:xfrm>
          <a:prstGeom prst="rect">
            <a:avLst/>
          </a:prstGeom>
          <a:noFill/>
          <a:ln>
            <a:noFill/>
          </a:ln>
        </p:spPr>
      </p:pic>
      <p:grpSp>
        <p:nvGrpSpPr>
          <p:cNvPr id="365" name="Google Shape;365;p40"/>
          <p:cNvGrpSpPr/>
          <p:nvPr/>
        </p:nvGrpSpPr>
        <p:grpSpPr>
          <a:xfrm>
            <a:off x="512250" y="262450"/>
            <a:ext cx="1660050" cy="554100"/>
            <a:chOff x="439750" y="360325"/>
            <a:chExt cx="1660050" cy="554100"/>
          </a:xfrm>
        </p:grpSpPr>
        <p:sp>
          <p:nvSpPr>
            <p:cNvPr id="366" name="Google Shape;366;p40"/>
            <p:cNvSpPr/>
            <p:nvPr/>
          </p:nvSpPr>
          <p:spPr>
            <a:xfrm>
              <a:off x="43975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0"/>
            <p:cNvSpPr/>
            <p:nvPr/>
          </p:nvSpPr>
          <p:spPr>
            <a:xfrm>
              <a:off x="959725"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40"/>
            <p:cNvSpPr/>
            <p:nvPr/>
          </p:nvSpPr>
          <p:spPr>
            <a:xfrm>
              <a:off x="149890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25">
    <p:spTree>
      <p:nvGrpSpPr>
        <p:cNvPr id="1" name="Shape 369"/>
        <p:cNvGrpSpPr/>
        <p:nvPr/>
      </p:nvGrpSpPr>
      <p:grpSpPr>
        <a:xfrm>
          <a:off x="0" y="0"/>
          <a:ext cx="0" cy="0"/>
          <a:chOff x="0" y="0"/>
          <a:chExt cx="0" cy="0"/>
        </a:xfrm>
      </p:grpSpPr>
      <p:pic>
        <p:nvPicPr>
          <p:cNvPr id="370" name="Google Shape;370;p41"/>
          <p:cNvPicPr preferRelativeResize="0"/>
          <p:nvPr/>
        </p:nvPicPr>
        <p:blipFill>
          <a:blip r:embed="rId2">
            <a:alphaModFix/>
          </a:blip>
          <a:stretch>
            <a:fillRect/>
          </a:stretch>
        </p:blipFill>
        <p:spPr>
          <a:xfrm>
            <a:off x="-1" y="-361900"/>
            <a:ext cx="9144003" cy="6518663"/>
          </a:xfrm>
          <a:prstGeom prst="rect">
            <a:avLst/>
          </a:prstGeom>
          <a:noFill/>
          <a:ln>
            <a:noFill/>
          </a:ln>
        </p:spPr>
      </p:pic>
      <p:pic>
        <p:nvPicPr>
          <p:cNvPr id="371" name="Google Shape;371;p41"/>
          <p:cNvPicPr preferRelativeResize="0"/>
          <p:nvPr/>
        </p:nvPicPr>
        <p:blipFill>
          <a:blip r:embed="rId3">
            <a:alphaModFix/>
          </a:blip>
          <a:stretch>
            <a:fillRect/>
          </a:stretch>
        </p:blipFill>
        <p:spPr>
          <a:xfrm rot="2700000">
            <a:off x="-3755595" y="-3837918"/>
            <a:ext cx="7657246" cy="8935629"/>
          </a:xfrm>
          <a:prstGeom prst="rect">
            <a:avLst/>
          </a:prstGeom>
          <a:noFill/>
          <a:ln>
            <a:noFill/>
          </a:ln>
        </p:spPr>
      </p:pic>
      <p:grpSp>
        <p:nvGrpSpPr>
          <p:cNvPr id="372" name="Google Shape;372;p41"/>
          <p:cNvGrpSpPr/>
          <p:nvPr/>
        </p:nvGrpSpPr>
        <p:grpSpPr>
          <a:xfrm>
            <a:off x="6770725" y="4313850"/>
            <a:ext cx="1660050" cy="554100"/>
            <a:chOff x="439750" y="360325"/>
            <a:chExt cx="1660050" cy="554100"/>
          </a:xfrm>
        </p:grpSpPr>
        <p:sp>
          <p:nvSpPr>
            <p:cNvPr id="373" name="Google Shape;373;p41"/>
            <p:cNvSpPr/>
            <p:nvPr/>
          </p:nvSpPr>
          <p:spPr>
            <a:xfrm>
              <a:off x="43975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41"/>
            <p:cNvSpPr/>
            <p:nvPr/>
          </p:nvSpPr>
          <p:spPr>
            <a:xfrm>
              <a:off x="959725"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41"/>
            <p:cNvSpPr/>
            <p:nvPr/>
          </p:nvSpPr>
          <p:spPr>
            <a:xfrm>
              <a:off x="149890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004651"/>
            </a:gs>
            <a:gs pos="100000">
              <a:srgbClr val="000607"/>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1pPr>
            <a:lvl2pPr lvl="1"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2pPr>
            <a:lvl3pPr lvl="2"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3pPr>
            <a:lvl4pPr lvl="3"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4pPr>
            <a:lvl5pPr lvl="4"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5pPr>
            <a:lvl6pPr lvl="5"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6pPr>
            <a:lvl7pPr lvl="6"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7pPr>
            <a:lvl8pPr lvl="7"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8pPr>
            <a:lvl9pPr lvl="8"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9pPr>
          </a:lstStyle>
          <a:p>
            <a:endParaRPr/>
          </a:p>
        </p:txBody>
      </p:sp>
      <p:sp>
        <p:nvSpPr>
          <p:cNvPr id="7" name="Google Shape;7;p1"/>
          <p:cNvSpPr txBox="1">
            <a:spLocks noGrp="1"/>
          </p:cNvSpPr>
          <p:nvPr>
            <p:ph type="body" idx="1"/>
          </p:nvPr>
        </p:nvSpPr>
        <p:spPr>
          <a:xfrm>
            <a:off x="713225" y="1246950"/>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lt1"/>
              </a:buClr>
              <a:buSzPts val="1800"/>
              <a:buFont typeface="Advent Pro Medium"/>
              <a:buChar char="●"/>
              <a:defRPr sz="1800">
                <a:solidFill>
                  <a:schemeClr val="lt1"/>
                </a:solidFill>
                <a:latin typeface="Advent Pro Medium"/>
                <a:ea typeface="Advent Pro Medium"/>
                <a:cs typeface="Advent Pro Medium"/>
                <a:sym typeface="Advent Pro Medium"/>
              </a:defRPr>
            </a:lvl1pPr>
            <a:lvl2pPr marL="914400" lvl="1"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2pPr>
            <a:lvl3pPr marL="1371600" lvl="2"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3pPr>
            <a:lvl4pPr marL="1828800" lvl="3"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4pPr>
            <a:lvl5pPr marL="2286000" lvl="4"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5pPr>
            <a:lvl6pPr marL="2743200" lvl="5"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6pPr>
            <a:lvl7pPr marL="3200400" lvl="6"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7pPr>
            <a:lvl8pPr marL="3657600" lvl="7"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8pPr>
            <a:lvl9pPr marL="4114800" lvl="8"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4" r:id="rId4"/>
    <p:sldLayoutId id="2147483658" r:id="rId5"/>
    <p:sldLayoutId id="2147483659" r:id="rId6"/>
    <p:sldLayoutId id="2147483660" r:id="rId7"/>
    <p:sldLayoutId id="2147483661" r:id="rId8"/>
    <p:sldLayoutId id="2147483662" r:id="rId9"/>
    <p:sldLayoutId id="2147483670" r:id="rId10"/>
    <p:sldLayoutId id="2147483680" r:id="rId11"/>
    <p:sldLayoutId id="2147483686" r:id="rId12"/>
    <p:sldLayoutId id="214748368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49">
          <p15:clr>
            <a:srgbClr val="EA4335"/>
          </p15:clr>
        </p15:guide>
        <p15:guide id="3" pos="5311">
          <p15:clr>
            <a:srgbClr val="EA4335"/>
          </p15:clr>
        </p15:guide>
        <p15:guide id="4" orient="horz" pos="2903">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image" Target="../media/image15.tmp"/><Relationship Id="rId1" Type="http://schemas.openxmlformats.org/officeDocument/2006/relationships/slideLayout" Target="../slideLayouts/slideLayout9.xml"/><Relationship Id="rId4" Type="http://schemas.openxmlformats.org/officeDocument/2006/relationships/image" Target="../media/image17.tmp"/></Relationships>
</file>

<file path=ppt/slides/_rels/slide17.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image" Target="../media/image18.tmp"/><Relationship Id="rId1" Type="http://schemas.openxmlformats.org/officeDocument/2006/relationships/slideLayout" Target="../slideLayouts/slideLayout9.xml"/><Relationship Id="rId4" Type="http://schemas.openxmlformats.org/officeDocument/2006/relationships/image" Target="../media/image20.tmp"/></Relationships>
</file>

<file path=ppt/slides/_rels/slide18.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image" Target="../media/image21.tmp"/><Relationship Id="rId1" Type="http://schemas.openxmlformats.org/officeDocument/2006/relationships/slideLayout" Target="../slideLayouts/slideLayout9.xml"/><Relationship Id="rId4" Type="http://schemas.openxmlformats.org/officeDocument/2006/relationships/image" Target="../media/image23.tmp"/></Relationships>
</file>

<file path=ppt/slides/_rels/slide19.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image" Target="../media/image24.tmp"/><Relationship Id="rId1" Type="http://schemas.openxmlformats.org/officeDocument/2006/relationships/slideLayout" Target="../slideLayouts/slideLayout9.xml"/><Relationship Id="rId4" Type="http://schemas.openxmlformats.org/officeDocument/2006/relationships/image" Target="../media/image26.tmp"/></Relationships>
</file>

<file path=ppt/slides/_rels/slide20.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image" Target="../media/image27.tmp"/><Relationship Id="rId1" Type="http://schemas.openxmlformats.org/officeDocument/2006/relationships/slideLayout" Target="../slideLayouts/slideLayout9.xml"/><Relationship Id="rId5" Type="http://schemas.openxmlformats.org/officeDocument/2006/relationships/image" Target="../media/image30.tmp"/><Relationship Id="rId4" Type="http://schemas.openxmlformats.org/officeDocument/2006/relationships/image" Target="../media/image29.tmp"/></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4651"/>
            </a:gs>
            <a:gs pos="100000">
              <a:srgbClr val="000607"/>
            </a:gs>
          </a:gsLst>
          <a:path path="circle">
            <a:fillToRect l="50000" t="50000" r="50000" b="50000"/>
          </a:path>
          <a:tileRect/>
        </a:gradFill>
        <a:effectLst/>
      </p:bgPr>
    </p:bg>
    <p:spTree>
      <p:nvGrpSpPr>
        <p:cNvPr id="1" name="Shape 385"/>
        <p:cNvGrpSpPr/>
        <p:nvPr/>
      </p:nvGrpSpPr>
      <p:grpSpPr>
        <a:xfrm>
          <a:off x="0" y="0"/>
          <a:ext cx="0" cy="0"/>
          <a:chOff x="0" y="0"/>
          <a:chExt cx="0" cy="0"/>
        </a:xfrm>
      </p:grpSpPr>
      <p:pic>
        <p:nvPicPr>
          <p:cNvPr id="386" name="Google Shape;386;p45"/>
          <p:cNvPicPr preferRelativeResize="0"/>
          <p:nvPr/>
        </p:nvPicPr>
        <p:blipFill>
          <a:blip r:embed="rId3">
            <a:alphaModFix/>
          </a:blip>
          <a:stretch>
            <a:fillRect/>
          </a:stretch>
        </p:blipFill>
        <p:spPr>
          <a:xfrm>
            <a:off x="-2535326" y="-494763"/>
            <a:ext cx="5093874" cy="6133023"/>
          </a:xfrm>
          <a:prstGeom prst="rect">
            <a:avLst/>
          </a:prstGeom>
          <a:noFill/>
          <a:ln>
            <a:noFill/>
          </a:ln>
        </p:spPr>
      </p:pic>
      <p:pic>
        <p:nvPicPr>
          <p:cNvPr id="387" name="Google Shape;387;p45"/>
          <p:cNvPicPr preferRelativeResize="0"/>
          <p:nvPr/>
        </p:nvPicPr>
        <p:blipFill>
          <a:blip r:embed="rId4">
            <a:alphaModFix/>
          </a:blip>
          <a:stretch>
            <a:fillRect/>
          </a:stretch>
        </p:blipFill>
        <p:spPr>
          <a:xfrm rot="10800000" flipH="1">
            <a:off x="1563639" y="3486260"/>
            <a:ext cx="6184100" cy="3647650"/>
          </a:xfrm>
          <a:prstGeom prst="rect">
            <a:avLst/>
          </a:prstGeom>
          <a:noFill/>
          <a:ln>
            <a:noFill/>
          </a:ln>
        </p:spPr>
      </p:pic>
      <p:pic>
        <p:nvPicPr>
          <p:cNvPr id="388" name="Google Shape;388;p45"/>
          <p:cNvPicPr preferRelativeResize="0"/>
          <p:nvPr/>
        </p:nvPicPr>
        <p:blipFill>
          <a:blip r:embed="rId3">
            <a:alphaModFix/>
          </a:blip>
          <a:stretch>
            <a:fillRect/>
          </a:stretch>
        </p:blipFill>
        <p:spPr>
          <a:xfrm rot="10800000">
            <a:off x="6402124" y="-399600"/>
            <a:ext cx="5093874" cy="6133023"/>
          </a:xfrm>
          <a:prstGeom prst="rect">
            <a:avLst/>
          </a:prstGeom>
          <a:noFill/>
          <a:ln>
            <a:noFill/>
          </a:ln>
        </p:spPr>
      </p:pic>
      <p:pic>
        <p:nvPicPr>
          <p:cNvPr id="389" name="Google Shape;389;p45"/>
          <p:cNvPicPr preferRelativeResize="0"/>
          <p:nvPr/>
        </p:nvPicPr>
        <p:blipFill>
          <a:blip r:embed="rId4">
            <a:alphaModFix/>
          </a:blip>
          <a:stretch>
            <a:fillRect/>
          </a:stretch>
        </p:blipFill>
        <p:spPr>
          <a:xfrm>
            <a:off x="1289625" y="-2120444"/>
            <a:ext cx="6184100" cy="3647644"/>
          </a:xfrm>
          <a:prstGeom prst="rect">
            <a:avLst/>
          </a:prstGeom>
          <a:noFill/>
          <a:ln>
            <a:noFill/>
          </a:ln>
        </p:spPr>
      </p:pic>
      <p:sp>
        <p:nvSpPr>
          <p:cNvPr id="390" name="Google Shape;390;p45"/>
          <p:cNvSpPr txBox="1">
            <a:spLocks noGrp="1"/>
          </p:cNvSpPr>
          <p:nvPr>
            <p:ph type="ctrTitle"/>
          </p:nvPr>
        </p:nvSpPr>
        <p:spPr>
          <a:xfrm>
            <a:off x="2112264" y="1096050"/>
            <a:ext cx="4928616" cy="23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900" dirty="0">
                <a:solidFill>
                  <a:schemeClr val="accent1"/>
                </a:solidFill>
              </a:rPr>
              <a:t>MATEMATIKE 1</a:t>
            </a:r>
            <a:br>
              <a:rPr lang="en-US" sz="4900" dirty="0">
                <a:solidFill>
                  <a:schemeClr val="accent1"/>
                </a:solidFill>
              </a:rPr>
            </a:br>
            <a:r>
              <a:rPr lang="en-US" sz="2400" dirty="0" err="1">
                <a:solidFill>
                  <a:schemeClr val="accent1"/>
                </a:solidFill>
              </a:rPr>
              <a:t>Tema</a:t>
            </a:r>
            <a:r>
              <a:rPr lang="en-US" sz="2400" dirty="0">
                <a:solidFill>
                  <a:schemeClr val="accent1"/>
                </a:solidFill>
              </a:rPr>
              <a:t>: </a:t>
            </a:r>
            <a:r>
              <a:rPr lang="en-US" sz="2400" dirty="0" err="1">
                <a:solidFill>
                  <a:schemeClr val="accent1"/>
                </a:solidFill>
              </a:rPr>
              <a:t>Kalkulatori</a:t>
            </a:r>
            <a:endParaRPr sz="4900" dirty="0">
              <a:solidFill>
                <a:schemeClr val="accent1"/>
              </a:solidFill>
            </a:endParaRPr>
          </a:p>
        </p:txBody>
      </p:sp>
      <p:sp>
        <p:nvSpPr>
          <p:cNvPr id="391" name="Google Shape;391;p45"/>
          <p:cNvSpPr txBox="1">
            <a:spLocks noGrp="1"/>
          </p:cNvSpPr>
          <p:nvPr>
            <p:ph type="subTitle" idx="1"/>
          </p:nvPr>
        </p:nvSpPr>
        <p:spPr>
          <a:xfrm>
            <a:off x="4304983" y="3248044"/>
            <a:ext cx="4026900" cy="127367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err="1"/>
              <a:t>Punoi</a:t>
            </a:r>
            <a:r>
              <a:rPr lang="en-US" dirty="0"/>
              <a:t>: Blenda Abazi</a:t>
            </a:r>
          </a:p>
          <a:p>
            <a:pPr marL="0" lvl="0" indent="0" algn="ctr" rtl="0">
              <a:spcBef>
                <a:spcPts val="0"/>
              </a:spcBef>
              <a:spcAft>
                <a:spcPts val="0"/>
              </a:spcAft>
              <a:buNone/>
            </a:pPr>
            <a:r>
              <a:rPr lang="en-US" dirty="0"/>
              <a:t>ID: 222364884</a:t>
            </a:r>
          </a:p>
          <a:p>
            <a:pPr marL="0" lvl="0" indent="0" algn="ctr" rtl="0">
              <a:spcBef>
                <a:spcPts val="0"/>
              </a:spcBef>
              <a:spcAft>
                <a:spcPts val="0"/>
              </a:spcAft>
              <a:buNone/>
            </a:pPr>
            <a:endParaRPr dirty="0"/>
          </a:p>
        </p:txBody>
      </p:sp>
      <p:sp>
        <p:nvSpPr>
          <p:cNvPr id="3" name="Google Shape;391;p45">
            <a:extLst>
              <a:ext uri="{FF2B5EF4-FFF2-40B4-BE49-F238E27FC236}">
                <a16:creationId xmlns:a16="http://schemas.microsoft.com/office/drawing/2014/main" id="{A3E87190-0BF2-14DC-2075-A4D6C41E4752}"/>
              </a:ext>
            </a:extLst>
          </p:cNvPr>
          <p:cNvSpPr txBox="1">
            <a:spLocks/>
          </p:cNvSpPr>
          <p:nvPr/>
        </p:nvSpPr>
        <p:spPr>
          <a:xfrm>
            <a:off x="51468" y="3567002"/>
            <a:ext cx="4026900" cy="63576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Advent Pro Medium"/>
              <a:buNone/>
              <a:defRPr sz="1600" b="0" i="0" u="none" strike="noStrike" cap="none">
                <a:solidFill>
                  <a:schemeClr val="lt1"/>
                </a:solidFill>
                <a:latin typeface="Advent Pro"/>
                <a:ea typeface="Advent Pro"/>
                <a:cs typeface="Advent Pro"/>
                <a:sym typeface="Advent Pro"/>
              </a:defRPr>
            </a:lvl1pPr>
            <a:lvl2pPr marL="914400" marR="0" lvl="1"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2pPr>
            <a:lvl3pPr marL="1371600" marR="0" lvl="2"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3pPr>
            <a:lvl4pPr marL="1828800" marR="0" lvl="3"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4pPr>
            <a:lvl5pPr marL="2286000" marR="0" lvl="4"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5pPr>
            <a:lvl6pPr marL="2743200" marR="0" lvl="5"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6pPr>
            <a:lvl7pPr marL="3200400" marR="0" lvl="6"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7pPr>
            <a:lvl8pPr marL="3657600" marR="0" lvl="7"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8pPr>
            <a:lvl9pPr marL="4114800" marR="0" lvl="8"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9pPr>
          </a:lstStyle>
          <a:p>
            <a:pPr marL="0" indent="0"/>
            <a:r>
              <a:rPr lang="en-US" dirty="0"/>
              <a:t>Prof: </a:t>
            </a:r>
            <a:r>
              <a:rPr lang="en-US" dirty="0" err="1"/>
              <a:t>Hizer</a:t>
            </a:r>
            <a:r>
              <a:rPr lang="en-US" dirty="0"/>
              <a:t> Leka</a:t>
            </a:r>
          </a:p>
          <a:p>
            <a:pPr marL="0" indent="0"/>
            <a:r>
              <a:rPr lang="en-US" dirty="0" err="1"/>
              <a:t>Kolegji</a:t>
            </a:r>
            <a:r>
              <a:rPr lang="en-US" dirty="0"/>
              <a:t> UBT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7"/>
          <p:cNvSpPr/>
          <p:nvPr/>
        </p:nvSpPr>
        <p:spPr>
          <a:xfrm>
            <a:off x="4445713" y="2733675"/>
            <a:ext cx="1390200" cy="13902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6" name="Google Shape;406;p47"/>
          <p:cNvSpPr/>
          <p:nvPr/>
        </p:nvSpPr>
        <p:spPr>
          <a:xfrm>
            <a:off x="510288" y="1166900"/>
            <a:ext cx="1390200" cy="13902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7" name="Google Shape;407;p47"/>
          <p:cNvSpPr/>
          <p:nvPr/>
        </p:nvSpPr>
        <p:spPr>
          <a:xfrm>
            <a:off x="510288" y="2733675"/>
            <a:ext cx="1390200" cy="13902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8" name="Google Shape;408;p47"/>
          <p:cNvSpPr/>
          <p:nvPr/>
        </p:nvSpPr>
        <p:spPr>
          <a:xfrm>
            <a:off x="4445713" y="1166900"/>
            <a:ext cx="1390200" cy="13902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0" name="Google Shape;410;p47"/>
          <p:cNvSpPr txBox="1">
            <a:spLocks noGrp="1"/>
          </p:cNvSpPr>
          <p:nvPr>
            <p:ph type="title"/>
          </p:nvPr>
        </p:nvSpPr>
        <p:spPr>
          <a:xfrm flipH="1">
            <a:off x="775488" y="1636400"/>
            <a:ext cx="859800" cy="45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411" name="Google Shape;411;p47"/>
          <p:cNvSpPr txBox="1">
            <a:spLocks noGrp="1"/>
          </p:cNvSpPr>
          <p:nvPr>
            <p:ph type="subTitle" idx="1"/>
          </p:nvPr>
        </p:nvSpPr>
        <p:spPr>
          <a:xfrm flipH="1">
            <a:off x="1880111" y="1716275"/>
            <a:ext cx="2582700" cy="37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err="1">
                <a:solidFill>
                  <a:schemeClr val="accent1"/>
                </a:solidFill>
              </a:rPr>
              <a:t>Hyrje</a:t>
            </a:r>
            <a:endParaRPr dirty="0">
              <a:solidFill>
                <a:schemeClr val="accent1"/>
              </a:solidFill>
            </a:endParaRPr>
          </a:p>
        </p:txBody>
      </p:sp>
      <p:sp>
        <p:nvSpPr>
          <p:cNvPr id="413" name="Google Shape;413;p47"/>
          <p:cNvSpPr txBox="1">
            <a:spLocks noGrp="1"/>
          </p:cNvSpPr>
          <p:nvPr>
            <p:ph type="title" idx="3"/>
          </p:nvPr>
        </p:nvSpPr>
        <p:spPr>
          <a:xfrm flipH="1">
            <a:off x="775488" y="3163275"/>
            <a:ext cx="859800" cy="45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414" name="Google Shape;414;p47"/>
          <p:cNvSpPr txBox="1">
            <a:spLocks noGrp="1"/>
          </p:cNvSpPr>
          <p:nvPr>
            <p:ph type="subTitle" idx="4"/>
          </p:nvPr>
        </p:nvSpPr>
        <p:spPr>
          <a:xfrm flipH="1">
            <a:off x="1880111" y="3243078"/>
            <a:ext cx="2582700" cy="37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a:solidFill>
                  <a:schemeClr val="accent1"/>
                </a:solidFill>
              </a:rPr>
              <a:t>Kodi</a:t>
            </a:r>
            <a:endParaRPr dirty="0">
              <a:solidFill>
                <a:schemeClr val="accent1"/>
              </a:solidFill>
            </a:endParaRPr>
          </a:p>
        </p:txBody>
      </p:sp>
      <p:sp>
        <p:nvSpPr>
          <p:cNvPr id="416" name="Google Shape;416;p47"/>
          <p:cNvSpPr txBox="1">
            <a:spLocks noGrp="1"/>
          </p:cNvSpPr>
          <p:nvPr>
            <p:ph type="title" idx="6"/>
          </p:nvPr>
        </p:nvSpPr>
        <p:spPr>
          <a:xfrm>
            <a:off x="4710913" y="1636400"/>
            <a:ext cx="859800" cy="45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417" name="Google Shape;417;p47"/>
          <p:cNvSpPr txBox="1">
            <a:spLocks noGrp="1"/>
          </p:cNvSpPr>
          <p:nvPr>
            <p:ph type="subTitle" idx="7"/>
          </p:nvPr>
        </p:nvSpPr>
        <p:spPr>
          <a:xfrm>
            <a:off x="5785812" y="1448500"/>
            <a:ext cx="2582700" cy="77577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err="1">
                <a:solidFill>
                  <a:schemeClr val="accent1"/>
                </a:solidFill>
              </a:rPr>
              <a:t>Pershkrimi</a:t>
            </a:r>
            <a:r>
              <a:rPr lang="en-US" dirty="0">
                <a:solidFill>
                  <a:schemeClr val="accent1"/>
                </a:solidFill>
              </a:rPr>
              <a:t> </a:t>
            </a:r>
            <a:r>
              <a:rPr lang="en-US" sz="2400" dirty="0">
                <a:solidFill>
                  <a:schemeClr val="accent1"/>
                </a:solidFill>
              </a:rPr>
              <a:t>I </a:t>
            </a:r>
            <a:r>
              <a:rPr lang="en-US" sz="2400" dirty="0" err="1">
                <a:solidFill>
                  <a:schemeClr val="accent1"/>
                </a:solidFill>
              </a:rPr>
              <a:t>kodit</a:t>
            </a:r>
            <a:endParaRPr dirty="0">
              <a:solidFill>
                <a:schemeClr val="accent1"/>
              </a:solidFill>
            </a:endParaRPr>
          </a:p>
        </p:txBody>
      </p:sp>
      <p:sp>
        <p:nvSpPr>
          <p:cNvPr id="419" name="Google Shape;419;p47"/>
          <p:cNvSpPr txBox="1">
            <a:spLocks noGrp="1"/>
          </p:cNvSpPr>
          <p:nvPr>
            <p:ph type="title" idx="9"/>
          </p:nvPr>
        </p:nvSpPr>
        <p:spPr>
          <a:xfrm>
            <a:off x="4710913" y="3163275"/>
            <a:ext cx="859800" cy="45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420" name="Google Shape;420;p47"/>
          <p:cNvSpPr txBox="1">
            <a:spLocks noGrp="1"/>
          </p:cNvSpPr>
          <p:nvPr>
            <p:ph type="subTitle" idx="13"/>
          </p:nvPr>
        </p:nvSpPr>
        <p:spPr>
          <a:xfrm>
            <a:off x="5719788" y="3243076"/>
            <a:ext cx="2582700" cy="37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err="1">
                <a:solidFill>
                  <a:schemeClr val="accent1"/>
                </a:solidFill>
              </a:rPr>
              <a:t>Shembuj</a:t>
            </a:r>
            <a:endParaRPr dirty="0">
              <a:solidFill>
                <a:schemeClr val="accent1"/>
              </a:solidFill>
            </a:endParaRPr>
          </a:p>
        </p:txBody>
      </p:sp>
      <p:sp>
        <p:nvSpPr>
          <p:cNvPr id="3" name="Title 2">
            <a:extLst>
              <a:ext uri="{FF2B5EF4-FFF2-40B4-BE49-F238E27FC236}">
                <a16:creationId xmlns:a16="http://schemas.microsoft.com/office/drawing/2014/main" id="{D09F672D-A168-9D29-AF10-62F167E15A24}"/>
              </a:ext>
            </a:extLst>
          </p:cNvPr>
          <p:cNvSpPr>
            <a:spLocks noGrp="1"/>
          </p:cNvSpPr>
          <p:nvPr>
            <p:ph type="title" idx="15"/>
          </p:nvPr>
        </p:nvSpPr>
        <p:spPr/>
        <p:txBody>
          <a:bodyPr/>
          <a:lstStyle/>
          <a:p>
            <a:endParaRPr lang="de-D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50"/>
          <p:cNvSpPr/>
          <p:nvPr/>
        </p:nvSpPr>
        <p:spPr>
          <a:xfrm>
            <a:off x="3028800" y="315100"/>
            <a:ext cx="2168400" cy="21684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50"/>
          <p:cNvSpPr txBox="1">
            <a:spLocks noGrp="1"/>
          </p:cNvSpPr>
          <p:nvPr>
            <p:ph type="title"/>
          </p:nvPr>
        </p:nvSpPr>
        <p:spPr>
          <a:xfrm>
            <a:off x="713225" y="2259100"/>
            <a:ext cx="4156500" cy="1512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dirty="0" err="1">
                <a:solidFill>
                  <a:schemeClr val="accent1"/>
                </a:solidFill>
              </a:rPr>
              <a:t>Hyrje</a:t>
            </a:r>
            <a:endParaRPr dirty="0">
              <a:solidFill>
                <a:schemeClr val="accent1"/>
              </a:solidFill>
            </a:endParaRPr>
          </a:p>
        </p:txBody>
      </p:sp>
      <p:sp>
        <p:nvSpPr>
          <p:cNvPr id="444" name="Google Shape;444;p50"/>
          <p:cNvSpPr txBox="1">
            <a:spLocks noGrp="1"/>
          </p:cNvSpPr>
          <p:nvPr>
            <p:ph type="title" idx="2"/>
          </p:nvPr>
        </p:nvSpPr>
        <p:spPr>
          <a:xfrm>
            <a:off x="3056975" y="539500"/>
            <a:ext cx="1812600" cy="1719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pic>
        <p:nvPicPr>
          <p:cNvPr id="446" name="Google Shape;446;p50"/>
          <p:cNvPicPr preferRelativeResize="0"/>
          <p:nvPr/>
        </p:nvPicPr>
        <p:blipFill>
          <a:blip r:embed="rId3">
            <a:alphaModFix/>
          </a:blip>
          <a:stretch>
            <a:fillRect/>
          </a:stretch>
        </p:blipFill>
        <p:spPr>
          <a:xfrm rot="10800000">
            <a:off x="5197200" y="-3534565"/>
            <a:ext cx="7657249" cy="89356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53"/>
          <p:cNvSpPr txBox="1">
            <a:spLocks noGrp="1"/>
          </p:cNvSpPr>
          <p:nvPr>
            <p:ph type="body" idx="1"/>
          </p:nvPr>
        </p:nvSpPr>
        <p:spPr>
          <a:xfrm>
            <a:off x="1053737" y="1112200"/>
            <a:ext cx="5180720" cy="3140916"/>
          </a:xfrm>
          <a:prstGeom prst="rect">
            <a:avLst/>
          </a:prstGeom>
        </p:spPr>
        <p:txBody>
          <a:bodyPr spcFirstLastPara="1" wrap="square" lIns="91425" tIns="91425" rIns="91425" bIns="91425" anchor="t" anchorCtr="0">
            <a:noAutofit/>
          </a:bodyPr>
          <a:lstStyle/>
          <a:p>
            <a:pPr>
              <a:lnSpc>
                <a:spcPct val="115000"/>
              </a:lnSpc>
              <a:spcAft>
                <a:spcPts val="1000"/>
              </a:spcAft>
            </a:pPr>
            <a:r>
              <a:rPr lang="sq-AL" sz="1800" dirty="0">
                <a:effectLst/>
                <a:latin typeface="Times New Roman" panose="02020603050405020304" pitchFamily="18" charset="0"/>
                <a:ea typeface="MS Mincho" panose="02020609040205080304" pitchFamily="49" charset="-128"/>
              </a:rPr>
              <a:t>Kalkulatori na ndihmon ne lehtesimin e llogaritjeve te ndryshme. </a:t>
            </a:r>
            <a:endParaRPr lang="de-DE" sz="1800" dirty="0">
              <a:effectLst/>
              <a:latin typeface="Times New Roman" panose="02020603050405020304" pitchFamily="18" charset="0"/>
              <a:ea typeface="MS Mincho" panose="02020609040205080304" pitchFamily="49" charset="-128"/>
            </a:endParaRPr>
          </a:p>
          <a:p>
            <a:pPr>
              <a:lnSpc>
                <a:spcPct val="115000"/>
              </a:lnSpc>
              <a:spcAft>
                <a:spcPts val="1000"/>
              </a:spcAft>
            </a:pPr>
            <a:r>
              <a:rPr lang="en-US" sz="1800" dirty="0" err="1">
                <a:effectLst/>
                <a:latin typeface="Times New Roman" panose="02020603050405020304" pitchFamily="18" charset="0"/>
                <a:ea typeface="MS Mincho" panose="02020609040205080304" pitchFamily="49" charset="-128"/>
              </a:rPr>
              <a:t>Kalkulatorin</a:t>
            </a:r>
            <a:r>
              <a:rPr lang="en-US" sz="1800" dirty="0">
                <a:effectLst/>
                <a:latin typeface="Times New Roman" panose="02020603050405020304" pitchFamily="18" charset="0"/>
                <a:ea typeface="MS Mincho" panose="02020609040205080304" pitchFamily="49" charset="-128"/>
              </a:rPr>
              <a:t> </a:t>
            </a:r>
            <a:r>
              <a:rPr lang="en-US" sz="1800" dirty="0" err="1">
                <a:effectLst/>
                <a:latin typeface="Times New Roman" panose="02020603050405020304" pitchFamily="18" charset="0"/>
                <a:ea typeface="MS Mincho" panose="02020609040205080304" pitchFamily="49" charset="-128"/>
              </a:rPr>
              <a:t>te</a:t>
            </a:r>
            <a:r>
              <a:rPr lang="en-US" sz="1800" dirty="0">
                <a:effectLst/>
                <a:latin typeface="Times New Roman" panose="02020603050405020304" pitchFamily="18" charset="0"/>
                <a:ea typeface="MS Mincho" panose="02020609040205080304" pitchFamily="49" charset="-128"/>
              </a:rPr>
              <a:t> </a:t>
            </a:r>
            <a:r>
              <a:rPr lang="en-US" sz="1800" dirty="0" err="1">
                <a:effectLst/>
                <a:latin typeface="Times New Roman" panose="02020603050405020304" pitchFamily="18" charset="0"/>
                <a:ea typeface="MS Mincho" panose="02020609040205080304" pitchFamily="49" charset="-128"/>
              </a:rPr>
              <a:t>cilin</a:t>
            </a:r>
            <a:r>
              <a:rPr lang="en-US" sz="1800" dirty="0">
                <a:effectLst/>
                <a:latin typeface="Times New Roman" panose="02020603050405020304" pitchFamily="18" charset="0"/>
                <a:ea typeface="MS Mincho" panose="02020609040205080304" pitchFamily="49" charset="-128"/>
              </a:rPr>
              <a:t> e </a:t>
            </a:r>
            <a:r>
              <a:rPr lang="en-US" sz="1800" dirty="0" err="1">
                <a:effectLst/>
                <a:latin typeface="Times New Roman" panose="02020603050405020304" pitchFamily="18" charset="0"/>
                <a:ea typeface="MS Mincho" panose="02020609040205080304" pitchFamily="49" charset="-128"/>
              </a:rPr>
              <a:t>kam</a:t>
            </a:r>
            <a:r>
              <a:rPr lang="en-US" sz="1800" dirty="0">
                <a:effectLst/>
                <a:latin typeface="Times New Roman" panose="02020603050405020304" pitchFamily="18" charset="0"/>
                <a:ea typeface="MS Mincho" panose="02020609040205080304" pitchFamily="49" charset="-128"/>
              </a:rPr>
              <a:t> </a:t>
            </a:r>
            <a:r>
              <a:rPr lang="en-US" sz="1800" dirty="0" err="1">
                <a:effectLst/>
                <a:latin typeface="Times New Roman" panose="02020603050405020304" pitchFamily="18" charset="0"/>
                <a:ea typeface="MS Mincho" panose="02020609040205080304" pitchFamily="49" charset="-128"/>
              </a:rPr>
              <a:t>pregatitur</a:t>
            </a:r>
            <a:r>
              <a:rPr lang="en-US" sz="1800" dirty="0">
                <a:effectLst/>
                <a:latin typeface="Times New Roman" panose="02020603050405020304" pitchFamily="18" charset="0"/>
                <a:ea typeface="MS Mincho" panose="02020609040205080304" pitchFamily="49" charset="-128"/>
              </a:rPr>
              <a:t> </a:t>
            </a:r>
            <a:r>
              <a:rPr lang="en-US" sz="1800" dirty="0" err="1">
                <a:effectLst/>
                <a:latin typeface="Times New Roman" panose="02020603050405020304" pitchFamily="18" charset="0"/>
                <a:ea typeface="MS Mincho" panose="02020609040205080304" pitchFamily="49" charset="-128"/>
              </a:rPr>
              <a:t>une</a:t>
            </a:r>
            <a:r>
              <a:rPr lang="en-US" sz="1800" dirty="0">
                <a:effectLst/>
                <a:latin typeface="Times New Roman" panose="02020603050405020304" pitchFamily="18" charset="0"/>
                <a:ea typeface="MS Mincho" panose="02020609040205080304" pitchFamily="49" charset="-128"/>
              </a:rPr>
              <a:t> </a:t>
            </a:r>
            <a:r>
              <a:rPr lang="sq-AL" sz="1800" dirty="0">
                <a:effectLst/>
                <a:latin typeface="Times New Roman" panose="02020603050405020304" pitchFamily="18" charset="0"/>
                <a:ea typeface="MS Mincho" panose="02020609040205080304" pitchFamily="49" charset="-128"/>
              </a:rPr>
              <a:t>mundeson zbritjen, mbledhjen, shumezimin, pjesetimin, pjesetimin 1/x(nje numer qe e zgjedhim ne), gjetjen e perqindjes, llogaritje me numra negativ, gjetjen  e rrenjes katrore dhe fuqin katrore .</a:t>
            </a:r>
            <a:endParaRPr lang="de-DE" sz="1800" dirty="0">
              <a:effectLst/>
              <a:latin typeface="Times New Roman" panose="02020603050405020304" pitchFamily="18" charset="0"/>
              <a:ea typeface="MS Mincho" panose="02020609040205080304" pitchFamily="49" charset="-128"/>
            </a:endParaRPr>
          </a:p>
          <a:p>
            <a:pPr marL="0" lvl="0" indent="0" algn="l" rtl="0">
              <a:spcBef>
                <a:spcPts val="0"/>
              </a:spcBef>
              <a:spcAft>
                <a:spcPts val="0"/>
              </a:spcAft>
              <a:buNone/>
            </a:pPr>
            <a:endParaRPr dirty="0"/>
          </a:p>
        </p:txBody>
      </p:sp>
      <p:sp>
        <p:nvSpPr>
          <p:cNvPr id="509" name="Google Shape;509;p53"/>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p>
            <a:r>
              <a:rPr lang="sq-AL" sz="2000" b="1" i="1" dirty="0">
                <a:solidFill>
                  <a:schemeClr val="accent1">
                    <a:lumMod val="75000"/>
                  </a:schemeClr>
                </a:solidFill>
                <a:effectLst/>
                <a:latin typeface="Times New Roman" panose="02020603050405020304" pitchFamily="18" charset="0"/>
                <a:ea typeface="Times New Roman" panose="02020603050405020304" pitchFamily="18" charset="0"/>
              </a:rPr>
              <a:t>Përshkrimi i funksioneve që mundëson kalkualtori </a:t>
            </a:r>
            <a:br>
              <a:rPr lang="de-DE" sz="1800" b="1" dirty="0">
                <a:effectLst/>
                <a:latin typeface="Times New Roman" panose="02020603050405020304" pitchFamily="18" charset="0"/>
                <a:ea typeface="Times New Roman" panose="02020603050405020304" pitchFamily="18" charset="0"/>
              </a:rPr>
            </a:b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58"/>
          <p:cNvSpPr/>
          <p:nvPr/>
        </p:nvSpPr>
        <p:spPr>
          <a:xfrm>
            <a:off x="1466475" y="1313075"/>
            <a:ext cx="2168400" cy="21684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58"/>
          <p:cNvSpPr txBox="1">
            <a:spLocks noGrp="1"/>
          </p:cNvSpPr>
          <p:nvPr>
            <p:ph type="title" idx="2"/>
          </p:nvPr>
        </p:nvSpPr>
        <p:spPr>
          <a:xfrm>
            <a:off x="1542675" y="1537475"/>
            <a:ext cx="2092200" cy="1719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615" name="Google Shape;615;p58"/>
          <p:cNvSpPr txBox="1">
            <a:spLocks noGrp="1"/>
          </p:cNvSpPr>
          <p:nvPr>
            <p:ph type="title"/>
          </p:nvPr>
        </p:nvSpPr>
        <p:spPr>
          <a:xfrm>
            <a:off x="3688525" y="1568200"/>
            <a:ext cx="3762600" cy="1512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accent1"/>
                </a:solidFill>
              </a:rPr>
              <a:t>Kodi</a:t>
            </a:r>
            <a:endParaRPr dirty="0">
              <a:solidFill>
                <a:schemeClr val="accen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pic>
        <p:nvPicPr>
          <p:cNvPr id="5" name="Picture 4">
            <a:extLst>
              <a:ext uri="{FF2B5EF4-FFF2-40B4-BE49-F238E27FC236}">
                <a16:creationId xmlns:a16="http://schemas.microsoft.com/office/drawing/2014/main" id="{D41A118A-D057-9A60-F20D-EDF8C43AC515}"/>
              </a:ext>
            </a:extLst>
          </p:cNvPr>
          <p:cNvPicPr>
            <a:picLocks noChangeAspect="1"/>
          </p:cNvPicPr>
          <p:nvPr/>
        </p:nvPicPr>
        <p:blipFill>
          <a:blip r:embed="rId3"/>
          <a:stretch>
            <a:fillRect/>
          </a:stretch>
        </p:blipFill>
        <p:spPr>
          <a:xfrm>
            <a:off x="0" y="0"/>
            <a:ext cx="9144000" cy="555606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FE3358-C819-58DD-D8D1-ECD4D7472F1E}"/>
              </a:ext>
            </a:extLst>
          </p:cNvPr>
          <p:cNvPicPr>
            <a:picLocks noChangeAspect="1"/>
          </p:cNvPicPr>
          <p:nvPr/>
        </p:nvPicPr>
        <p:blipFill>
          <a:blip r:embed="rId2"/>
          <a:stretch>
            <a:fillRect/>
          </a:stretch>
        </p:blipFill>
        <p:spPr>
          <a:xfrm>
            <a:off x="0" y="0"/>
            <a:ext cx="9144000" cy="5529943"/>
          </a:xfrm>
          <a:prstGeom prst="rect">
            <a:avLst/>
          </a:prstGeom>
        </p:spPr>
      </p:pic>
    </p:spTree>
    <p:extLst>
      <p:ext uri="{BB962C8B-B14F-4D97-AF65-F5344CB8AC3E}">
        <p14:creationId xmlns:p14="http://schemas.microsoft.com/office/powerpoint/2010/main" val="2228823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04F46-B519-12EC-F3A0-679394CE71D3}"/>
              </a:ext>
            </a:extLst>
          </p:cNvPr>
          <p:cNvSpPr>
            <a:spLocks noGrp="1"/>
          </p:cNvSpPr>
          <p:nvPr>
            <p:ph type="title"/>
          </p:nvPr>
        </p:nvSpPr>
        <p:spPr/>
        <p:txBody>
          <a:bodyPr/>
          <a:lstStyle/>
          <a:p>
            <a:endParaRPr lang="de-DE"/>
          </a:p>
        </p:txBody>
      </p:sp>
      <p:pic>
        <p:nvPicPr>
          <p:cNvPr id="4" name="Picture 3">
            <a:extLst>
              <a:ext uri="{FF2B5EF4-FFF2-40B4-BE49-F238E27FC236}">
                <a16:creationId xmlns:a16="http://schemas.microsoft.com/office/drawing/2014/main" id="{D546080D-B8D7-67B5-FFC7-B4472C505797}"/>
              </a:ext>
            </a:extLst>
          </p:cNvPr>
          <p:cNvPicPr>
            <a:picLocks noChangeAspect="1"/>
          </p:cNvPicPr>
          <p:nvPr/>
        </p:nvPicPr>
        <p:blipFill>
          <a:blip r:embed="rId2"/>
          <a:stretch>
            <a:fillRect/>
          </a:stretch>
        </p:blipFill>
        <p:spPr>
          <a:xfrm>
            <a:off x="0" y="0"/>
            <a:ext cx="9144000" cy="5503817"/>
          </a:xfrm>
          <a:prstGeom prst="rect">
            <a:avLst/>
          </a:prstGeom>
        </p:spPr>
      </p:pic>
    </p:spTree>
    <p:extLst>
      <p:ext uri="{BB962C8B-B14F-4D97-AF65-F5344CB8AC3E}">
        <p14:creationId xmlns:p14="http://schemas.microsoft.com/office/powerpoint/2010/main" val="1120527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F7F46-B7CC-1F9B-5742-EA0CEA99C119}"/>
              </a:ext>
            </a:extLst>
          </p:cNvPr>
          <p:cNvSpPr>
            <a:spLocks noGrp="1"/>
          </p:cNvSpPr>
          <p:nvPr>
            <p:ph type="title"/>
          </p:nvPr>
        </p:nvSpPr>
        <p:spPr/>
        <p:txBody>
          <a:bodyPr/>
          <a:lstStyle/>
          <a:p>
            <a:endParaRPr lang="de-DE"/>
          </a:p>
        </p:txBody>
      </p:sp>
      <p:pic>
        <p:nvPicPr>
          <p:cNvPr id="4" name="Picture 3">
            <a:extLst>
              <a:ext uri="{FF2B5EF4-FFF2-40B4-BE49-F238E27FC236}">
                <a16:creationId xmlns:a16="http://schemas.microsoft.com/office/drawing/2014/main" id="{87AACAD8-B8B1-6C20-94DA-67E38BD85637}"/>
              </a:ext>
            </a:extLst>
          </p:cNvPr>
          <p:cNvPicPr>
            <a:picLocks noChangeAspect="1"/>
          </p:cNvPicPr>
          <p:nvPr/>
        </p:nvPicPr>
        <p:blipFill>
          <a:blip r:embed="rId2"/>
          <a:stretch>
            <a:fillRect/>
          </a:stretch>
        </p:blipFill>
        <p:spPr>
          <a:xfrm>
            <a:off x="0" y="69669"/>
            <a:ext cx="9144000" cy="5486400"/>
          </a:xfrm>
          <a:prstGeom prst="rect">
            <a:avLst/>
          </a:prstGeom>
        </p:spPr>
      </p:pic>
    </p:spTree>
    <p:extLst>
      <p:ext uri="{BB962C8B-B14F-4D97-AF65-F5344CB8AC3E}">
        <p14:creationId xmlns:p14="http://schemas.microsoft.com/office/powerpoint/2010/main" val="2057672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0D346-5E99-6842-F6CD-A076164DDDDE}"/>
              </a:ext>
            </a:extLst>
          </p:cNvPr>
          <p:cNvSpPr>
            <a:spLocks noGrp="1"/>
          </p:cNvSpPr>
          <p:nvPr>
            <p:ph type="title"/>
          </p:nvPr>
        </p:nvSpPr>
        <p:spPr/>
        <p:txBody>
          <a:bodyPr/>
          <a:lstStyle/>
          <a:p>
            <a:endParaRPr lang="de-DE"/>
          </a:p>
        </p:txBody>
      </p:sp>
      <p:pic>
        <p:nvPicPr>
          <p:cNvPr id="4" name="Picture 3">
            <a:extLst>
              <a:ext uri="{FF2B5EF4-FFF2-40B4-BE49-F238E27FC236}">
                <a16:creationId xmlns:a16="http://schemas.microsoft.com/office/drawing/2014/main" id="{2CDF138F-7F4D-8227-3339-2FE18FB638F0}"/>
              </a:ext>
            </a:extLst>
          </p:cNvPr>
          <p:cNvPicPr>
            <a:picLocks noChangeAspect="1"/>
          </p:cNvPicPr>
          <p:nvPr/>
        </p:nvPicPr>
        <p:blipFill>
          <a:blip r:embed="rId2"/>
          <a:stretch>
            <a:fillRect/>
          </a:stretch>
        </p:blipFill>
        <p:spPr>
          <a:xfrm>
            <a:off x="0" y="0"/>
            <a:ext cx="9144000" cy="5495109"/>
          </a:xfrm>
          <a:prstGeom prst="rect">
            <a:avLst/>
          </a:prstGeom>
        </p:spPr>
      </p:pic>
    </p:spTree>
    <p:extLst>
      <p:ext uri="{BB962C8B-B14F-4D97-AF65-F5344CB8AC3E}">
        <p14:creationId xmlns:p14="http://schemas.microsoft.com/office/powerpoint/2010/main" val="2039515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B8527-CA81-A451-EE05-4126EF246B99}"/>
              </a:ext>
            </a:extLst>
          </p:cNvPr>
          <p:cNvSpPr>
            <a:spLocks noGrp="1"/>
          </p:cNvSpPr>
          <p:nvPr>
            <p:ph type="title"/>
          </p:nvPr>
        </p:nvSpPr>
        <p:spPr/>
        <p:txBody>
          <a:bodyPr/>
          <a:lstStyle/>
          <a:p>
            <a:endParaRPr lang="de-DE"/>
          </a:p>
        </p:txBody>
      </p:sp>
      <p:pic>
        <p:nvPicPr>
          <p:cNvPr id="4" name="Picture 3">
            <a:extLst>
              <a:ext uri="{FF2B5EF4-FFF2-40B4-BE49-F238E27FC236}">
                <a16:creationId xmlns:a16="http://schemas.microsoft.com/office/drawing/2014/main" id="{D0ECA67D-57FF-3C31-BA8E-9F1888CED38A}"/>
              </a:ext>
            </a:extLst>
          </p:cNvPr>
          <p:cNvPicPr>
            <a:picLocks noChangeAspect="1"/>
          </p:cNvPicPr>
          <p:nvPr/>
        </p:nvPicPr>
        <p:blipFill>
          <a:blip r:embed="rId2"/>
          <a:stretch>
            <a:fillRect/>
          </a:stretch>
        </p:blipFill>
        <p:spPr>
          <a:xfrm>
            <a:off x="0" y="0"/>
            <a:ext cx="9144000" cy="5547360"/>
          </a:xfrm>
          <a:prstGeom prst="rect">
            <a:avLst/>
          </a:prstGeom>
        </p:spPr>
      </p:pic>
    </p:spTree>
    <p:extLst>
      <p:ext uri="{BB962C8B-B14F-4D97-AF65-F5344CB8AC3E}">
        <p14:creationId xmlns:p14="http://schemas.microsoft.com/office/powerpoint/2010/main" val="283506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627AD-7A13-D13D-BDB2-59856CEB6D7A}"/>
              </a:ext>
            </a:extLst>
          </p:cNvPr>
          <p:cNvSpPr>
            <a:spLocks noGrp="1"/>
          </p:cNvSpPr>
          <p:nvPr>
            <p:ph type="title"/>
          </p:nvPr>
        </p:nvSpPr>
        <p:spPr/>
        <p:txBody>
          <a:bodyPr/>
          <a:lstStyle/>
          <a:p>
            <a:endParaRPr lang="de-DE"/>
          </a:p>
        </p:txBody>
      </p:sp>
      <p:pic>
        <p:nvPicPr>
          <p:cNvPr id="4" name="Picture 3">
            <a:extLst>
              <a:ext uri="{FF2B5EF4-FFF2-40B4-BE49-F238E27FC236}">
                <a16:creationId xmlns:a16="http://schemas.microsoft.com/office/drawing/2014/main" id="{2141B394-997C-3292-FB19-CFF7095989C9}"/>
              </a:ext>
            </a:extLst>
          </p:cNvPr>
          <p:cNvPicPr>
            <a:picLocks noChangeAspect="1"/>
          </p:cNvPicPr>
          <p:nvPr/>
        </p:nvPicPr>
        <p:blipFill>
          <a:blip r:embed="rId2"/>
          <a:stretch>
            <a:fillRect/>
          </a:stretch>
        </p:blipFill>
        <p:spPr>
          <a:xfrm>
            <a:off x="0" y="0"/>
            <a:ext cx="9144000" cy="5495109"/>
          </a:xfrm>
          <a:prstGeom prst="rect">
            <a:avLst/>
          </a:prstGeom>
        </p:spPr>
      </p:pic>
    </p:spTree>
    <p:extLst>
      <p:ext uri="{BB962C8B-B14F-4D97-AF65-F5344CB8AC3E}">
        <p14:creationId xmlns:p14="http://schemas.microsoft.com/office/powerpoint/2010/main" val="2093689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62"/>
          <p:cNvSpPr/>
          <p:nvPr/>
        </p:nvSpPr>
        <p:spPr>
          <a:xfrm>
            <a:off x="5958425" y="1227725"/>
            <a:ext cx="2168400" cy="21684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62"/>
          <p:cNvSpPr txBox="1">
            <a:spLocks noGrp="1"/>
          </p:cNvSpPr>
          <p:nvPr>
            <p:ph type="title" idx="2"/>
          </p:nvPr>
        </p:nvSpPr>
        <p:spPr>
          <a:xfrm>
            <a:off x="6050550" y="1452125"/>
            <a:ext cx="2055300" cy="1719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758" name="Google Shape;758;p62"/>
          <p:cNvSpPr txBox="1">
            <a:spLocks noGrp="1"/>
          </p:cNvSpPr>
          <p:nvPr>
            <p:ph type="title"/>
          </p:nvPr>
        </p:nvSpPr>
        <p:spPr>
          <a:xfrm>
            <a:off x="1038150" y="1554480"/>
            <a:ext cx="4839300" cy="2305745"/>
          </a:xfrm>
          <a:prstGeom prst="rect">
            <a:avLst/>
          </a:prstGeom>
        </p:spPr>
        <p:txBody>
          <a:bodyPr spcFirstLastPara="1" wrap="square" lIns="91425" tIns="91425" rIns="91425" bIns="91425" anchor="ctr" anchorCtr="0">
            <a:noAutofit/>
          </a:bodyPr>
          <a:lstStyle/>
          <a:p>
            <a:r>
              <a:rPr lang="en-US" dirty="0" err="1">
                <a:solidFill>
                  <a:schemeClr val="accent1"/>
                </a:solidFill>
              </a:rPr>
              <a:t>Pershkrimi</a:t>
            </a:r>
            <a:r>
              <a:rPr lang="en-US" dirty="0">
                <a:solidFill>
                  <a:schemeClr val="accent1"/>
                </a:solidFill>
              </a:rPr>
              <a:t> I </a:t>
            </a:r>
            <a:r>
              <a:rPr lang="en-US" dirty="0" err="1">
                <a:solidFill>
                  <a:schemeClr val="accent1"/>
                </a:solidFill>
              </a:rPr>
              <a:t>kodit</a:t>
            </a:r>
            <a:br>
              <a:rPr lang="en-US" dirty="0">
                <a:solidFill>
                  <a:schemeClr val="accent1"/>
                </a:solidFill>
              </a:rPr>
            </a:br>
            <a:endParaRPr dirty="0">
              <a:solidFill>
                <a:schemeClr val="accen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6"/>
        <p:cNvGrpSpPr/>
        <p:nvPr/>
      </p:nvGrpSpPr>
      <p:grpSpPr>
        <a:xfrm>
          <a:off x="0" y="0"/>
          <a:ext cx="0" cy="0"/>
          <a:chOff x="0" y="0"/>
          <a:chExt cx="0" cy="0"/>
        </a:xfrm>
      </p:grpSpPr>
      <p:sp>
        <p:nvSpPr>
          <p:cNvPr id="1200" name="Google Shape;1200;p66"/>
          <p:cNvSpPr txBox="1">
            <a:spLocks noGrp="1"/>
          </p:cNvSpPr>
          <p:nvPr>
            <p:ph type="title" idx="6"/>
          </p:nvPr>
        </p:nvSpPr>
        <p:spPr>
          <a:xfrm>
            <a:off x="1325879" y="502924"/>
            <a:ext cx="6876245" cy="5065772"/>
          </a:xfrm>
          <a:prstGeom prst="rect">
            <a:avLst/>
          </a:prstGeom>
        </p:spPr>
        <p:txBody>
          <a:bodyPr spcFirstLastPara="1" wrap="square" lIns="91425" tIns="91425" rIns="91425" bIns="91425" anchor="t" anchorCtr="0">
            <a:noAutofit/>
          </a:bodyPr>
          <a:lstStyle/>
          <a:p>
            <a:pPr>
              <a:lnSpc>
                <a:spcPct val="115000"/>
              </a:lnSpc>
              <a:spcAft>
                <a:spcPts val="1000"/>
              </a:spcAft>
            </a:pPr>
            <a:r>
              <a:rPr lang="en-US" sz="1600" dirty="0">
                <a:effectLst/>
                <a:latin typeface="Times New Roman" panose="02020603050405020304" pitchFamily="18" charset="0"/>
                <a:ea typeface="MS Mincho" panose="02020609040205080304" pitchFamily="49" charset="-128"/>
              </a:rPr>
              <a:t>- </a:t>
            </a:r>
            <a:r>
              <a:rPr lang="sq-AL" sz="1600" dirty="0">
                <a:effectLst/>
                <a:latin typeface="Times New Roman" panose="02020603050405020304" pitchFamily="18" charset="0"/>
                <a:ea typeface="MS Mincho" panose="02020609040205080304" pitchFamily="49" charset="-128"/>
              </a:rPr>
              <a:t>IDE-n qe kam perzgjedhur per ta shkruar kodin eshte Neatbeans. Si fillim krijojme nje projekt te ri, me pas klikojme New project, zgjedhim kategorin Java with Ant  dhe projekt:  Java Aplication klikojme next dhe vendosim emrin e deshiruar te projektit. Pastaj e krijojm nje jFrame form.</a:t>
            </a:r>
            <a:br>
              <a:rPr lang="de-DE" sz="1600" dirty="0">
                <a:latin typeface="Times New Roman" panose="02020603050405020304" pitchFamily="18" charset="0"/>
                <a:ea typeface="MS Mincho" panose="02020609040205080304" pitchFamily="49" charset="-128"/>
              </a:rPr>
            </a:br>
            <a:r>
              <a:rPr lang="de-DE" sz="1600" dirty="0">
                <a:latin typeface="Times New Roman" panose="02020603050405020304" pitchFamily="18" charset="0"/>
                <a:ea typeface="MS Mincho" panose="02020609040205080304" pitchFamily="49" charset="-128"/>
              </a:rPr>
              <a:t>- </a:t>
            </a:r>
            <a:r>
              <a:rPr lang="sq-AL" sz="1600" dirty="0">
                <a:effectLst/>
                <a:latin typeface="Times New Roman" panose="02020603050405020304" pitchFamily="18" charset="0"/>
                <a:ea typeface="MS Mincho" panose="02020609040205080304" pitchFamily="49" charset="-128"/>
              </a:rPr>
              <a:t>Ne jFrame ne e dizajnojme  kalkulatorin varesisht prej deshires tone. Si fillim marrim nje Panel per ti dhene nje ngjyre kalkulatorit, marrim butonat ku do te vendosim numrat dhe shenjat dhe marrim nje TextField qe te na mundesoj te shfaqen numrat pas krijimit te kodit. Tek opsioni Properties ne mund te shkruajme tekstin qe deshirojme, ta ndryshojme madhesine e tekstit poashtu dhe ngjyren ne background.</a:t>
            </a:r>
            <a:br>
              <a:rPr lang="de-DE" sz="1600" dirty="0">
                <a:effectLst/>
                <a:latin typeface="Times New Roman" panose="02020603050405020304" pitchFamily="18" charset="0"/>
                <a:ea typeface="MS Mincho" panose="02020609040205080304" pitchFamily="49" charset="-128"/>
              </a:rPr>
            </a:br>
            <a:r>
              <a:rPr lang="de-DE" sz="1600" dirty="0">
                <a:effectLst/>
                <a:latin typeface="Times New Roman" panose="02020603050405020304" pitchFamily="18" charset="0"/>
                <a:ea typeface="MS Mincho" panose="02020609040205080304" pitchFamily="49" charset="-128"/>
              </a:rPr>
              <a:t>- </a:t>
            </a:r>
            <a:r>
              <a:rPr lang="sq-AL" sz="1600" dirty="0">
                <a:effectLst/>
                <a:latin typeface="Times New Roman" panose="02020603050405020304" pitchFamily="18" charset="0"/>
                <a:ea typeface="MS Mincho" panose="02020609040205080304" pitchFamily="49" charset="-128"/>
              </a:rPr>
              <a:t>Tek Designs klikojm ne jFrame dhe ne properties =&gt; name, e emertojme jFrame “Calculator”.</a:t>
            </a:r>
            <a:br>
              <a:rPr lang="en-US" sz="1600" dirty="0">
                <a:effectLst/>
                <a:latin typeface="Times New Roman" panose="02020603050405020304" pitchFamily="18" charset="0"/>
                <a:ea typeface="MS Mincho" panose="02020609040205080304" pitchFamily="49" charset="-128"/>
              </a:rPr>
            </a:b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Pastaj</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klikojm</a:t>
            </a:r>
            <a:r>
              <a:rPr lang="en-US" sz="1600" dirty="0">
                <a:effectLst/>
                <a:latin typeface="Times New Roman" panose="02020603050405020304" pitchFamily="18" charset="0"/>
                <a:ea typeface="MS Mincho" panose="02020609040205080304" pitchFamily="49" charset="-128"/>
              </a:rPr>
              <a:t> ne </a:t>
            </a:r>
            <a:r>
              <a:rPr lang="en-US" sz="1600" dirty="0" err="1">
                <a:effectLst/>
                <a:latin typeface="Times New Roman" panose="02020603050405020304" pitchFamily="18" charset="0"/>
                <a:ea typeface="MS Mincho" panose="02020609040205080304" pitchFamily="49" charset="-128"/>
              </a:rPr>
              <a:t>secilin</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buton</a:t>
            </a:r>
            <a:r>
              <a:rPr lang="en-US" sz="1600" dirty="0">
                <a:effectLst/>
                <a:latin typeface="Times New Roman" panose="02020603050405020304" pitchFamily="18" charset="0"/>
                <a:ea typeface="MS Mincho" panose="02020609040205080304" pitchFamily="49" charset="-128"/>
              </a:rPr>
              <a:t> me </a:t>
            </a:r>
            <a:r>
              <a:rPr lang="en-US" sz="1600" dirty="0" err="1">
                <a:effectLst/>
                <a:latin typeface="Times New Roman" panose="02020603050405020304" pitchFamily="18" charset="0"/>
                <a:ea typeface="MS Mincho" panose="02020609040205080304" pitchFamily="49" charset="-128"/>
              </a:rPr>
              <a:t>radhe</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dhe</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shkruajm</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kodin</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perkates</a:t>
            </a:r>
            <a:r>
              <a:rPr lang="en-US" sz="1600" dirty="0">
                <a:effectLst/>
                <a:latin typeface="Times New Roman" panose="02020603050405020304" pitchFamily="18" charset="0"/>
                <a:ea typeface="MS Mincho" panose="02020609040205080304" pitchFamily="49" charset="-128"/>
              </a:rPr>
              <a:t> per secalin </a:t>
            </a:r>
            <a:r>
              <a:rPr lang="en-US" sz="1600" dirty="0" err="1">
                <a:effectLst/>
                <a:latin typeface="Times New Roman" panose="02020603050405020304" pitchFamily="18" charset="0"/>
                <a:ea typeface="MS Mincho" panose="02020609040205080304" pitchFamily="49" charset="-128"/>
              </a:rPr>
              <a:t>funksion</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qe</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te</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mundesojme</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llogaritjen</a:t>
            </a:r>
            <a:r>
              <a:rPr lang="en-US" sz="1600" dirty="0">
                <a:effectLst/>
                <a:latin typeface="Times New Roman" panose="02020603050405020304" pitchFamily="18" charset="0"/>
                <a:ea typeface="MS Mincho" panose="02020609040205080304" pitchFamily="49" charset="-128"/>
              </a:rPr>
              <a:t> e </a:t>
            </a:r>
            <a:r>
              <a:rPr lang="en-US" sz="1600" dirty="0" err="1">
                <a:effectLst/>
                <a:latin typeface="Times New Roman" panose="02020603050405020304" pitchFamily="18" charset="0"/>
                <a:ea typeface="MS Mincho" panose="02020609040205080304" pitchFamily="49" charset="-128"/>
              </a:rPr>
              <a:t>numrave</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te</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ndryshem</a:t>
            </a:r>
            <a:r>
              <a:rPr lang="en-US" sz="1600" dirty="0">
                <a:effectLst/>
                <a:latin typeface="Times New Roman" panose="02020603050405020304" pitchFamily="18" charset="0"/>
                <a:ea typeface="MS Mincho" panose="02020609040205080304" pitchFamily="49" charset="-128"/>
              </a:rPr>
              <a:t>.</a:t>
            </a:r>
            <a:br>
              <a:rPr lang="de-DE" sz="1600" dirty="0">
                <a:effectLst/>
                <a:latin typeface="Times New Roman" panose="02020603050405020304" pitchFamily="18" charset="0"/>
                <a:ea typeface="MS Mincho" panose="02020609040205080304" pitchFamily="49" charset="-128"/>
              </a:rPr>
            </a:br>
            <a:endParaRPr sz="1050" dirty="0"/>
          </a:p>
        </p:txBody>
      </p:sp>
      <p:pic>
        <p:nvPicPr>
          <p:cNvPr id="1204" name="Google Shape;1204;p66"/>
          <p:cNvPicPr preferRelativeResize="0"/>
          <p:nvPr/>
        </p:nvPicPr>
        <p:blipFill>
          <a:blip r:embed="rId3">
            <a:alphaModFix/>
          </a:blip>
          <a:stretch>
            <a:fillRect/>
          </a:stretch>
        </p:blipFill>
        <p:spPr>
          <a:xfrm rot="5400000" flipH="1">
            <a:off x="7092092" y="2526107"/>
            <a:ext cx="4916874" cy="3637250"/>
          </a:xfrm>
          <a:prstGeom prst="rect">
            <a:avLst/>
          </a:prstGeom>
          <a:noFill/>
          <a:ln>
            <a:noFill/>
          </a:ln>
        </p:spPr>
      </p:pic>
      <p:pic>
        <p:nvPicPr>
          <p:cNvPr id="1205" name="Google Shape;1205;p66"/>
          <p:cNvPicPr preferRelativeResize="0"/>
          <p:nvPr/>
        </p:nvPicPr>
        <p:blipFill>
          <a:blip r:embed="rId3">
            <a:alphaModFix/>
          </a:blip>
          <a:stretch>
            <a:fillRect/>
          </a:stretch>
        </p:blipFill>
        <p:spPr>
          <a:xfrm rot="5400000">
            <a:off x="6778563" y="-260905"/>
            <a:ext cx="4916874" cy="36372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09"/>
        <p:cNvGrpSpPr/>
        <p:nvPr/>
      </p:nvGrpSpPr>
      <p:grpSpPr>
        <a:xfrm>
          <a:off x="0" y="0"/>
          <a:ext cx="0" cy="0"/>
          <a:chOff x="0" y="0"/>
          <a:chExt cx="0" cy="0"/>
        </a:xfrm>
      </p:grpSpPr>
      <p:sp>
        <p:nvSpPr>
          <p:cNvPr id="1210" name="Google Shape;1210;p67"/>
          <p:cNvSpPr/>
          <p:nvPr/>
        </p:nvSpPr>
        <p:spPr>
          <a:xfrm>
            <a:off x="3487800" y="315100"/>
            <a:ext cx="2168400" cy="21684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67"/>
          <p:cNvSpPr txBox="1">
            <a:spLocks noGrp="1"/>
          </p:cNvSpPr>
          <p:nvPr>
            <p:ph type="title"/>
          </p:nvPr>
        </p:nvSpPr>
        <p:spPr>
          <a:xfrm>
            <a:off x="3640250" y="2259100"/>
            <a:ext cx="4790400" cy="1512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solidFill>
                  <a:schemeClr val="accent1"/>
                </a:solidFill>
              </a:rPr>
              <a:t>Shembuj</a:t>
            </a:r>
            <a:endParaRPr dirty="0">
              <a:solidFill>
                <a:schemeClr val="accent1"/>
              </a:solidFill>
            </a:endParaRPr>
          </a:p>
        </p:txBody>
      </p:sp>
      <p:sp>
        <p:nvSpPr>
          <p:cNvPr id="1212" name="Google Shape;1212;p67"/>
          <p:cNvSpPr txBox="1">
            <a:spLocks noGrp="1"/>
          </p:cNvSpPr>
          <p:nvPr>
            <p:ph type="title" idx="2"/>
          </p:nvPr>
        </p:nvSpPr>
        <p:spPr>
          <a:xfrm>
            <a:off x="3640250" y="539500"/>
            <a:ext cx="2052600" cy="1719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pic>
        <p:nvPicPr>
          <p:cNvPr id="4" name="Google Shape;1205;p66">
            <a:extLst>
              <a:ext uri="{FF2B5EF4-FFF2-40B4-BE49-F238E27FC236}">
                <a16:creationId xmlns:a16="http://schemas.microsoft.com/office/drawing/2014/main" id="{9FC44548-9802-373F-A87A-532310FE6D4D}"/>
              </a:ext>
            </a:extLst>
          </p:cNvPr>
          <p:cNvPicPr preferRelativeResize="0"/>
          <p:nvPr/>
        </p:nvPicPr>
        <p:blipFill>
          <a:blip r:embed="rId3">
            <a:alphaModFix/>
          </a:blip>
          <a:stretch>
            <a:fillRect/>
          </a:stretch>
        </p:blipFill>
        <p:spPr>
          <a:xfrm rot="5400000">
            <a:off x="-1555987" y="540283"/>
            <a:ext cx="4916874" cy="3637250"/>
          </a:xfrm>
          <a:prstGeom prst="rect">
            <a:avLst/>
          </a:prstGeom>
          <a:noFill/>
          <a:ln>
            <a:noFill/>
          </a:ln>
        </p:spPr>
      </p:pic>
      <p:pic>
        <p:nvPicPr>
          <p:cNvPr id="5" name="Google Shape;1205;p66">
            <a:extLst>
              <a:ext uri="{FF2B5EF4-FFF2-40B4-BE49-F238E27FC236}">
                <a16:creationId xmlns:a16="http://schemas.microsoft.com/office/drawing/2014/main" id="{07D0921C-ABA5-4286-2379-C660B0C269EB}"/>
              </a:ext>
            </a:extLst>
          </p:cNvPr>
          <p:cNvPicPr preferRelativeResize="0"/>
          <p:nvPr/>
        </p:nvPicPr>
        <p:blipFill>
          <a:blip r:embed="rId3">
            <a:alphaModFix/>
          </a:blip>
          <a:stretch>
            <a:fillRect/>
          </a:stretch>
        </p:blipFill>
        <p:spPr>
          <a:xfrm rot="5400000">
            <a:off x="-562762" y="2785375"/>
            <a:ext cx="4916874" cy="3637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A6E28873-A484-C7B1-37BB-444B4437B802}"/>
              </a:ext>
            </a:extLst>
          </p:cNvPr>
          <p:cNvSpPr>
            <a:spLocks noGrp="1"/>
          </p:cNvSpPr>
          <p:nvPr>
            <p:ph type="subTitle" idx="1"/>
          </p:nvPr>
        </p:nvSpPr>
        <p:spPr>
          <a:xfrm>
            <a:off x="121921" y="-209007"/>
            <a:ext cx="3544387" cy="1556657"/>
          </a:xfrm>
        </p:spPr>
        <p:txBody>
          <a:bodyPr/>
          <a:lstStyle/>
          <a:p>
            <a:r>
              <a:rPr lang="en-US" dirty="0" err="1"/>
              <a:t>Shembulli</a:t>
            </a:r>
            <a:r>
              <a:rPr lang="en-US" dirty="0"/>
              <a:t> 1.</a:t>
            </a:r>
            <a:endParaRPr lang="de-DE" dirty="0"/>
          </a:p>
          <a:p>
            <a:r>
              <a:rPr lang="de-DE" dirty="0"/>
              <a:t>Mbledhja e dy numrave</a:t>
            </a:r>
            <a:endParaRPr lang="en-US" dirty="0"/>
          </a:p>
        </p:txBody>
      </p:sp>
      <p:pic>
        <p:nvPicPr>
          <p:cNvPr id="10" name="Picture 9">
            <a:extLst>
              <a:ext uri="{FF2B5EF4-FFF2-40B4-BE49-F238E27FC236}">
                <a16:creationId xmlns:a16="http://schemas.microsoft.com/office/drawing/2014/main" id="{0F216DB9-1184-CD31-EE5E-06B5419C0DBA}"/>
              </a:ext>
            </a:extLst>
          </p:cNvPr>
          <p:cNvPicPr>
            <a:picLocks noChangeAspect="1"/>
          </p:cNvPicPr>
          <p:nvPr/>
        </p:nvPicPr>
        <p:blipFill>
          <a:blip r:embed="rId2"/>
          <a:stretch>
            <a:fillRect/>
          </a:stretch>
        </p:blipFill>
        <p:spPr>
          <a:xfrm>
            <a:off x="406050" y="1536763"/>
            <a:ext cx="2418701" cy="3365264"/>
          </a:xfrm>
          <a:prstGeom prst="rect">
            <a:avLst/>
          </a:prstGeom>
        </p:spPr>
      </p:pic>
      <p:pic>
        <p:nvPicPr>
          <p:cNvPr id="12" name="Picture 11">
            <a:extLst>
              <a:ext uri="{FF2B5EF4-FFF2-40B4-BE49-F238E27FC236}">
                <a16:creationId xmlns:a16="http://schemas.microsoft.com/office/drawing/2014/main" id="{1F43D547-2DBB-D69C-E395-7432A92B20EC}"/>
              </a:ext>
            </a:extLst>
          </p:cNvPr>
          <p:cNvPicPr>
            <a:picLocks noChangeAspect="1"/>
          </p:cNvPicPr>
          <p:nvPr/>
        </p:nvPicPr>
        <p:blipFill>
          <a:blip r:embed="rId3"/>
          <a:stretch>
            <a:fillRect/>
          </a:stretch>
        </p:blipFill>
        <p:spPr>
          <a:xfrm>
            <a:off x="3249398" y="1536763"/>
            <a:ext cx="2418701" cy="3365265"/>
          </a:xfrm>
          <a:prstGeom prst="rect">
            <a:avLst/>
          </a:prstGeom>
        </p:spPr>
      </p:pic>
      <p:sp>
        <p:nvSpPr>
          <p:cNvPr id="19" name="Arrow: Left 18">
            <a:extLst>
              <a:ext uri="{FF2B5EF4-FFF2-40B4-BE49-F238E27FC236}">
                <a16:creationId xmlns:a16="http://schemas.microsoft.com/office/drawing/2014/main" id="{FF1ACC85-48F2-E21E-283A-4B3D95714CE1}"/>
              </a:ext>
            </a:extLst>
          </p:cNvPr>
          <p:cNvSpPr/>
          <p:nvPr/>
        </p:nvSpPr>
        <p:spPr>
          <a:xfrm>
            <a:off x="2592936" y="3875315"/>
            <a:ext cx="296092" cy="15675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Arrow: Left 19">
            <a:extLst>
              <a:ext uri="{FF2B5EF4-FFF2-40B4-BE49-F238E27FC236}">
                <a16:creationId xmlns:a16="http://schemas.microsoft.com/office/drawing/2014/main" id="{C89DCFF6-B7C1-6D3A-EE67-531ACD8341F8}"/>
              </a:ext>
            </a:extLst>
          </p:cNvPr>
          <p:cNvSpPr/>
          <p:nvPr/>
        </p:nvSpPr>
        <p:spPr>
          <a:xfrm>
            <a:off x="5436284" y="4410892"/>
            <a:ext cx="296092" cy="15675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2" name="Picture 21">
            <a:extLst>
              <a:ext uri="{FF2B5EF4-FFF2-40B4-BE49-F238E27FC236}">
                <a16:creationId xmlns:a16="http://schemas.microsoft.com/office/drawing/2014/main" id="{40E9A5CE-E1F4-1926-F1A8-5CD8358B005B}"/>
              </a:ext>
            </a:extLst>
          </p:cNvPr>
          <p:cNvPicPr>
            <a:picLocks noChangeAspect="1"/>
          </p:cNvPicPr>
          <p:nvPr/>
        </p:nvPicPr>
        <p:blipFill>
          <a:blip r:embed="rId4"/>
          <a:stretch>
            <a:fillRect/>
          </a:stretch>
        </p:blipFill>
        <p:spPr>
          <a:xfrm>
            <a:off x="6092746" y="1536762"/>
            <a:ext cx="2418702" cy="3365265"/>
          </a:xfrm>
          <a:prstGeom prst="rect">
            <a:avLst/>
          </a:prstGeom>
        </p:spPr>
      </p:pic>
    </p:spTree>
    <p:extLst>
      <p:ext uri="{BB962C8B-B14F-4D97-AF65-F5344CB8AC3E}">
        <p14:creationId xmlns:p14="http://schemas.microsoft.com/office/powerpoint/2010/main" val="3965504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12D68A01-4B6E-9359-02EC-E0D1FCB309AE}"/>
              </a:ext>
            </a:extLst>
          </p:cNvPr>
          <p:cNvSpPr>
            <a:spLocks noGrp="1"/>
          </p:cNvSpPr>
          <p:nvPr>
            <p:ph type="subTitle" idx="1"/>
          </p:nvPr>
        </p:nvSpPr>
        <p:spPr>
          <a:xfrm>
            <a:off x="531290" y="722812"/>
            <a:ext cx="4790400" cy="650965"/>
          </a:xfrm>
        </p:spPr>
        <p:txBody>
          <a:bodyPr/>
          <a:lstStyle/>
          <a:p>
            <a:r>
              <a:rPr lang="en-US" dirty="0" err="1"/>
              <a:t>Shembulli</a:t>
            </a:r>
            <a:r>
              <a:rPr lang="en-US" dirty="0"/>
              <a:t> 2.</a:t>
            </a:r>
          </a:p>
          <a:p>
            <a:r>
              <a:rPr lang="en-US" dirty="0" err="1"/>
              <a:t>Zbritja</a:t>
            </a:r>
            <a:r>
              <a:rPr lang="en-US" dirty="0"/>
              <a:t> e </a:t>
            </a:r>
            <a:r>
              <a:rPr lang="en-US" dirty="0" err="1"/>
              <a:t>dy</a:t>
            </a:r>
            <a:r>
              <a:rPr lang="en-US" dirty="0"/>
              <a:t> </a:t>
            </a:r>
            <a:r>
              <a:rPr lang="en-US" dirty="0" err="1"/>
              <a:t>numerave</a:t>
            </a:r>
            <a:endParaRPr lang="de-DE" dirty="0"/>
          </a:p>
        </p:txBody>
      </p:sp>
      <p:pic>
        <p:nvPicPr>
          <p:cNvPr id="6" name="Picture 5">
            <a:extLst>
              <a:ext uri="{FF2B5EF4-FFF2-40B4-BE49-F238E27FC236}">
                <a16:creationId xmlns:a16="http://schemas.microsoft.com/office/drawing/2014/main" id="{5D0B1A6F-2937-AC09-B606-1F34FD18CB94}"/>
              </a:ext>
            </a:extLst>
          </p:cNvPr>
          <p:cNvPicPr>
            <a:picLocks noChangeAspect="1"/>
          </p:cNvPicPr>
          <p:nvPr/>
        </p:nvPicPr>
        <p:blipFill>
          <a:blip r:embed="rId2"/>
          <a:stretch>
            <a:fillRect/>
          </a:stretch>
        </p:blipFill>
        <p:spPr>
          <a:xfrm>
            <a:off x="609600" y="1672046"/>
            <a:ext cx="2063260" cy="3187918"/>
          </a:xfrm>
          <a:prstGeom prst="rect">
            <a:avLst/>
          </a:prstGeom>
        </p:spPr>
      </p:pic>
      <p:pic>
        <p:nvPicPr>
          <p:cNvPr id="8" name="Picture 7">
            <a:extLst>
              <a:ext uri="{FF2B5EF4-FFF2-40B4-BE49-F238E27FC236}">
                <a16:creationId xmlns:a16="http://schemas.microsoft.com/office/drawing/2014/main" id="{5AB8FD91-1493-B71E-F711-1F60FE8DEF7C}"/>
              </a:ext>
            </a:extLst>
          </p:cNvPr>
          <p:cNvPicPr>
            <a:picLocks noChangeAspect="1"/>
          </p:cNvPicPr>
          <p:nvPr/>
        </p:nvPicPr>
        <p:blipFill>
          <a:blip r:embed="rId3"/>
          <a:stretch>
            <a:fillRect/>
          </a:stretch>
        </p:blipFill>
        <p:spPr>
          <a:xfrm>
            <a:off x="3005048" y="1672046"/>
            <a:ext cx="2190793" cy="3187918"/>
          </a:xfrm>
          <a:prstGeom prst="rect">
            <a:avLst/>
          </a:prstGeom>
        </p:spPr>
      </p:pic>
      <p:pic>
        <p:nvPicPr>
          <p:cNvPr id="10" name="Picture 9">
            <a:extLst>
              <a:ext uri="{FF2B5EF4-FFF2-40B4-BE49-F238E27FC236}">
                <a16:creationId xmlns:a16="http://schemas.microsoft.com/office/drawing/2014/main" id="{74588F90-9DB2-386B-8A67-939AEEC4DBE7}"/>
              </a:ext>
            </a:extLst>
          </p:cNvPr>
          <p:cNvPicPr>
            <a:picLocks noChangeAspect="1"/>
          </p:cNvPicPr>
          <p:nvPr/>
        </p:nvPicPr>
        <p:blipFill>
          <a:blip r:embed="rId4"/>
          <a:stretch>
            <a:fillRect/>
          </a:stretch>
        </p:blipFill>
        <p:spPr>
          <a:xfrm>
            <a:off x="5455332" y="1672046"/>
            <a:ext cx="2190793" cy="3187918"/>
          </a:xfrm>
          <a:prstGeom prst="rect">
            <a:avLst/>
          </a:prstGeom>
        </p:spPr>
      </p:pic>
      <p:sp>
        <p:nvSpPr>
          <p:cNvPr id="11" name="Arrow: Left 10">
            <a:extLst>
              <a:ext uri="{FF2B5EF4-FFF2-40B4-BE49-F238E27FC236}">
                <a16:creationId xmlns:a16="http://schemas.microsoft.com/office/drawing/2014/main" id="{D72698BA-7D1E-1EED-F4C2-F445A48E676B}"/>
              </a:ext>
            </a:extLst>
          </p:cNvPr>
          <p:cNvSpPr/>
          <p:nvPr/>
        </p:nvSpPr>
        <p:spPr>
          <a:xfrm>
            <a:off x="2542231" y="3570515"/>
            <a:ext cx="254906" cy="11321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Arrow: Left 11">
            <a:extLst>
              <a:ext uri="{FF2B5EF4-FFF2-40B4-BE49-F238E27FC236}">
                <a16:creationId xmlns:a16="http://schemas.microsoft.com/office/drawing/2014/main" id="{D1999DA2-0213-48E1-E1A8-65460ECAC895}"/>
              </a:ext>
            </a:extLst>
          </p:cNvPr>
          <p:cNvSpPr/>
          <p:nvPr/>
        </p:nvSpPr>
        <p:spPr>
          <a:xfrm>
            <a:off x="5037482" y="4420688"/>
            <a:ext cx="254906" cy="11321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695272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935BC338-FB4E-3FA1-3BF1-255EE7B407F2}"/>
              </a:ext>
            </a:extLst>
          </p:cNvPr>
          <p:cNvSpPr>
            <a:spLocks noGrp="1"/>
          </p:cNvSpPr>
          <p:nvPr>
            <p:ph type="subTitle" idx="1"/>
          </p:nvPr>
        </p:nvSpPr>
        <p:spPr>
          <a:xfrm>
            <a:off x="623600" y="400594"/>
            <a:ext cx="4541336" cy="703216"/>
          </a:xfrm>
        </p:spPr>
        <p:txBody>
          <a:bodyPr/>
          <a:lstStyle/>
          <a:p>
            <a:r>
              <a:rPr lang="en-US" dirty="0" err="1"/>
              <a:t>Shembull</a:t>
            </a:r>
            <a:r>
              <a:rPr lang="en-US" dirty="0"/>
              <a:t> 3.</a:t>
            </a:r>
          </a:p>
          <a:p>
            <a:r>
              <a:rPr lang="en-US" dirty="0" err="1"/>
              <a:t>Shumezimi</a:t>
            </a:r>
            <a:r>
              <a:rPr lang="en-US" dirty="0"/>
              <a:t> I </a:t>
            </a:r>
            <a:r>
              <a:rPr lang="en-US" dirty="0" err="1"/>
              <a:t>dy</a:t>
            </a:r>
            <a:r>
              <a:rPr lang="en-US" dirty="0"/>
              <a:t> </a:t>
            </a:r>
            <a:r>
              <a:rPr lang="en-US" dirty="0" err="1"/>
              <a:t>numrave</a:t>
            </a:r>
            <a:r>
              <a:rPr lang="en-US" dirty="0"/>
              <a:t>:</a:t>
            </a:r>
            <a:endParaRPr lang="de-DE" dirty="0"/>
          </a:p>
        </p:txBody>
      </p:sp>
      <p:pic>
        <p:nvPicPr>
          <p:cNvPr id="6" name="Picture 5">
            <a:extLst>
              <a:ext uri="{FF2B5EF4-FFF2-40B4-BE49-F238E27FC236}">
                <a16:creationId xmlns:a16="http://schemas.microsoft.com/office/drawing/2014/main" id="{6287D1A8-C5EE-6E19-8EEF-4E8A0EE0CC87}"/>
              </a:ext>
            </a:extLst>
          </p:cNvPr>
          <p:cNvPicPr>
            <a:picLocks noChangeAspect="1"/>
          </p:cNvPicPr>
          <p:nvPr/>
        </p:nvPicPr>
        <p:blipFill>
          <a:blip r:embed="rId2"/>
          <a:stretch>
            <a:fillRect/>
          </a:stretch>
        </p:blipFill>
        <p:spPr>
          <a:xfrm>
            <a:off x="623600" y="1654626"/>
            <a:ext cx="2063864" cy="3292275"/>
          </a:xfrm>
          <a:prstGeom prst="rect">
            <a:avLst/>
          </a:prstGeom>
        </p:spPr>
      </p:pic>
      <p:pic>
        <p:nvPicPr>
          <p:cNvPr id="10" name="Picture 9">
            <a:extLst>
              <a:ext uri="{FF2B5EF4-FFF2-40B4-BE49-F238E27FC236}">
                <a16:creationId xmlns:a16="http://schemas.microsoft.com/office/drawing/2014/main" id="{052EE362-08F1-4AEC-01FF-2BF9CE5AC6BA}"/>
              </a:ext>
            </a:extLst>
          </p:cNvPr>
          <p:cNvPicPr>
            <a:picLocks noChangeAspect="1"/>
          </p:cNvPicPr>
          <p:nvPr/>
        </p:nvPicPr>
        <p:blipFill>
          <a:blip r:embed="rId3"/>
          <a:stretch>
            <a:fillRect/>
          </a:stretch>
        </p:blipFill>
        <p:spPr>
          <a:xfrm>
            <a:off x="3101072" y="1654627"/>
            <a:ext cx="2063864" cy="3292275"/>
          </a:xfrm>
          <a:prstGeom prst="rect">
            <a:avLst/>
          </a:prstGeom>
        </p:spPr>
      </p:pic>
      <p:pic>
        <p:nvPicPr>
          <p:cNvPr id="12" name="Picture 11">
            <a:extLst>
              <a:ext uri="{FF2B5EF4-FFF2-40B4-BE49-F238E27FC236}">
                <a16:creationId xmlns:a16="http://schemas.microsoft.com/office/drawing/2014/main" id="{788DEC9B-97A2-565B-BBA0-D9B9F135B3F3}"/>
              </a:ext>
            </a:extLst>
          </p:cNvPr>
          <p:cNvPicPr>
            <a:picLocks noChangeAspect="1"/>
          </p:cNvPicPr>
          <p:nvPr/>
        </p:nvPicPr>
        <p:blipFill>
          <a:blip r:embed="rId4"/>
          <a:stretch>
            <a:fillRect/>
          </a:stretch>
        </p:blipFill>
        <p:spPr>
          <a:xfrm>
            <a:off x="5578544" y="1654627"/>
            <a:ext cx="2254113" cy="3292275"/>
          </a:xfrm>
          <a:prstGeom prst="rect">
            <a:avLst/>
          </a:prstGeom>
        </p:spPr>
      </p:pic>
      <p:sp>
        <p:nvSpPr>
          <p:cNvPr id="2" name="Arrow: Left 1">
            <a:extLst>
              <a:ext uri="{FF2B5EF4-FFF2-40B4-BE49-F238E27FC236}">
                <a16:creationId xmlns:a16="http://schemas.microsoft.com/office/drawing/2014/main" id="{D5E1A2DA-147E-B543-2446-7102A7E7AB6D}"/>
              </a:ext>
            </a:extLst>
          </p:cNvPr>
          <p:cNvSpPr/>
          <p:nvPr/>
        </p:nvSpPr>
        <p:spPr>
          <a:xfrm>
            <a:off x="2546863" y="3300763"/>
            <a:ext cx="217714" cy="11321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Arrow: Left 2">
            <a:extLst>
              <a:ext uri="{FF2B5EF4-FFF2-40B4-BE49-F238E27FC236}">
                <a16:creationId xmlns:a16="http://schemas.microsoft.com/office/drawing/2014/main" id="{24EA6A94-7DD2-7155-3ED8-01B50E57D91D}"/>
              </a:ext>
            </a:extLst>
          </p:cNvPr>
          <p:cNvSpPr/>
          <p:nvPr/>
        </p:nvSpPr>
        <p:spPr>
          <a:xfrm>
            <a:off x="4947222" y="4476206"/>
            <a:ext cx="217714" cy="11321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342681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2B87239E-4E10-C13B-F4F2-1E5475F09040}"/>
              </a:ext>
            </a:extLst>
          </p:cNvPr>
          <p:cNvSpPr>
            <a:spLocks noGrp="1"/>
          </p:cNvSpPr>
          <p:nvPr>
            <p:ph type="subTitle" idx="1"/>
          </p:nvPr>
        </p:nvSpPr>
        <p:spPr>
          <a:xfrm>
            <a:off x="703917" y="191588"/>
            <a:ext cx="4790400" cy="729343"/>
          </a:xfrm>
        </p:spPr>
        <p:txBody>
          <a:bodyPr/>
          <a:lstStyle/>
          <a:p>
            <a:r>
              <a:rPr lang="en-US" dirty="0" err="1"/>
              <a:t>Shembulli</a:t>
            </a:r>
            <a:r>
              <a:rPr lang="en-US" dirty="0"/>
              <a:t> 4.</a:t>
            </a:r>
          </a:p>
          <a:p>
            <a:r>
              <a:rPr lang="en-US" dirty="0" err="1"/>
              <a:t>Pjesetimi</a:t>
            </a:r>
            <a:r>
              <a:rPr lang="en-US" dirty="0"/>
              <a:t> I </a:t>
            </a:r>
            <a:r>
              <a:rPr lang="en-US" dirty="0" err="1"/>
              <a:t>dy</a:t>
            </a:r>
            <a:r>
              <a:rPr lang="en-US" dirty="0"/>
              <a:t> </a:t>
            </a:r>
            <a:r>
              <a:rPr lang="en-US" dirty="0" err="1"/>
              <a:t>numerave</a:t>
            </a:r>
            <a:endParaRPr lang="de-DE" dirty="0"/>
          </a:p>
        </p:txBody>
      </p:sp>
      <p:pic>
        <p:nvPicPr>
          <p:cNvPr id="6" name="Picture 5">
            <a:extLst>
              <a:ext uri="{FF2B5EF4-FFF2-40B4-BE49-F238E27FC236}">
                <a16:creationId xmlns:a16="http://schemas.microsoft.com/office/drawing/2014/main" id="{91D916A6-E2C4-A65F-4BC1-E604F16160DA}"/>
              </a:ext>
            </a:extLst>
          </p:cNvPr>
          <p:cNvPicPr>
            <a:picLocks noChangeAspect="1"/>
          </p:cNvPicPr>
          <p:nvPr/>
        </p:nvPicPr>
        <p:blipFill>
          <a:blip r:embed="rId2"/>
          <a:stretch>
            <a:fillRect/>
          </a:stretch>
        </p:blipFill>
        <p:spPr>
          <a:xfrm>
            <a:off x="703917" y="1319762"/>
            <a:ext cx="2169912" cy="3521585"/>
          </a:xfrm>
          <a:prstGeom prst="rect">
            <a:avLst/>
          </a:prstGeom>
        </p:spPr>
      </p:pic>
      <p:pic>
        <p:nvPicPr>
          <p:cNvPr id="8" name="Picture 7">
            <a:extLst>
              <a:ext uri="{FF2B5EF4-FFF2-40B4-BE49-F238E27FC236}">
                <a16:creationId xmlns:a16="http://schemas.microsoft.com/office/drawing/2014/main" id="{4A964D71-3632-65C6-9FCB-F3577A3A3316}"/>
              </a:ext>
            </a:extLst>
          </p:cNvPr>
          <p:cNvPicPr>
            <a:picLocks noChangeAspect="1"/>
          </p:cNvPicPr>
          <p:nvPr/>
        </p:nvPicPr>
        <p:blipFill>
          <a:blip r:embed="rId3"/>
          <a:stretch>
            <a:fillRect/>
          </a:stretch>
        </p:blipFill>
        <p:spPr>
          <a:xfrm>
            <a:off x="3399367" y="1301680"/>
            <a:ext cx="2169911" cy="3539667"/>
          </a:xfrm>
          <a:prstGeom prst="rect">
            <a:avLst/>
          </a:prstGeom>
        </p:spPr>
      </p:pic>
      <p:pic>
        <p:nvPicPr>
          <p:cNvPr id="10" name="Picture 9">
            <a:extLst>
              <a:ext uri="{FF2B5EF4-FFF2-40B4-BE49-F238E27FC236}">
                <a16:creationId xmlns:a16="http://schemas.microsoft.com/office/drawing/2014/main" id="{63C876F0-53A8-BFC9-09C1-36A3E4AA8BEA}"/>
              </a:ext>
            </a:extLst>
          </p:cNvPr>
          <p:cNvPicPr>
            <a:picLocks noChangeAspect="1"/>
          </p:cNvPicPr>
          <p:nvPr/>
        </p:nvPicPr>
        <p:blipFill>
          <a:blip r:embed="rId4"/>
          <a:stretch>
            <a:fillRect/>
          </a:stretch>
        </p:blipFill>
        <p:spPr>
          <a:xfrm>
            <a:off x="6268988" y="1341989"/>
            <a:ext cx="2169911" cy="3515977"/>
          </a:xfrm>
          <a:prstGeom prst="rect">
            <a:avLst/>
          </a:prstGeom>
        </p:spPr>
      </p:pic>
      <p:sp>
        <p:nvSpPr>
          <p:cNvPr id="2" name="Arrow: Left 1">
            <a:extLst>
              <a:ext uri="{FF2B5EF4-FFF2-40B4-BE49-F238E27FC236}">
                <a16:creationId xmlns:a16="http://schemas.microsoft.com/office/drawing/2014/main" id="{D6F2DCD3-DEEA-EDF9-7915-F620DC72C08A}"/>
              </a:ext>
            </a:extLst>
          </p:cNvPr>
          <p:cNvSpPr/>
          <p:nvPr/>
        </p:nvSpPr>
        <p:spPr>
          <a:xfrm>
            <a:off x="2699657" y="2699657"/>
            <a:ext cx="217714" cy="11321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Arrow: Left 2">
            <a:extLst>
              <a:ext uri="{FF2B5EF4-FFF2-40B4-BE49-F238E27FC236}">
                <a16:creationId xmlns:a16="http://schemas.microsoft.com/office/drawing/2014/main" id="{1811098F-AB51-CA07-FAF5-8D798403199D}"/>
              </a:ext>
            </a:extLst>
          </p:cNvPr>
          <p:cNvSpPr/>
          <p:nvPr/>
        </p:nvSpPr>
        <p:spPr>
          <a:xfrm>
            <a:off x="5351564" y="4336869"/>
            <a:ext cx="217714" cy="11321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165297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865241B0-CCE8-B8C8-46B3-217AC5C613AA}"/>
              </a:ext>
            </a:extLst>
          </p:cNvPr>
          <p:cNvSpPr>
            <a:spLocks noGrp="1"/>
          </p:cNvSpPr>
          <p:nvPr>
            <p:ph type="subTitle" idx="1"/>
          </p:nvPr>
        </p:nvSpPr>
        <p:spPr>
          <a:xfrm>
            <a:off x="226424" y="740229"/>
            <a:ext cx="3239588" cy="668381"/>
          </a:xfrm>
        </p:spPr>
        <p:txBody>
          <a:bodyPr/>
          <a:lstStyle/>
          <a:p>
            <a:r>
              <a:rPr lang="en-US" dirty="0" err="1"/>
              <a:t>Shembulli</a:t>
            </a:r>
            <a:r>
              <a:rPr lang="en-US" dirty="0"/>
              <a:t> 5.</a:t>
            </a:r>
          </a:p>
          <a:p>
            <a:r>
              <a:rPr lang="en-US" dirty="0" err="1"/>
              <a:t>Gjetja</a:t>
            </a:r>
            <a:r>
              <a:rPr lang="en-US" dirty="0"/>
              <a:t> e </a:t>
            </a:r>
            <a:r>
              <a:rPr lang="en-US" dirty="0" err="1"/>
              <a:t>rrenjes</a:t>
            </a:r>
            <a:r>
              <a:rPr lang="en-US" dirty="0"/>
              <a:t> </a:t>
            </a:r>
            <a:r>
              <a:rPr lang="en-US" dirty="0" err="1"/>
              <a:t>katrore</a:t>
            </a:r>
            <a:endParaRPr lang="de-DE" dirty="0"/>
          </a:p>
        </p:txBody>
      </p:sp>
      <p:pic>
        <p:nvPicPr>
          <p:cNvPr id="6" name="Picture 5">
            <a:extLst>
              <a:ext uri="{FF2B5EF4-FFF2-40B4-BE49-F238E27FC236}">
                <a16:creationId xmlns:a16="http://schemas.microsoft.com/office/drawing/2014/main" id="{55300492-1246-498F-77F8-21F69AF9102D}"/>
              </a:ext>
            </a:extLst>
          </p:cNvPr>
          <p:cNvPicPr>
            <a:picLocks noChangeAspect="1"/>
          </p:cNvPicPr>
          <p:nvPr/>
        </p:nvPicPr>
        <p:blipFill>
          <a:blip r:embed="rId2"/>
          <a:stretch>
            <a:fillRect/>
          </a:stretch>
        </p:blipFill>
        <p:spPr>
          <a:xfrm>
            <a:off x="165385" y="1682931"/>
            <a:ext cx="1846295" cy="3199312"/>
          </a:xfrm>
          <a:prstGeom prst="rect">
            <a:avLst/>
          </a:prstGeom>
        </p:spPr>
      </p:pic>
      <p:pic>
        <p:nvPicPr>
          <p:cNvPr id="8" name="Picture 7">
            <a:extLst>
              <a:ext uri="{FF2B5EF4-FFF2-40B4-BE49-F238E27FC236}">
                <a16:creationId xmlns:a16="http://schemas.microsoft.com/office/drawing/2014/main" id="{E82947F6-A6E0-1192-3756-FAFE48E6A62C}"/>
              </a:ext>
            </a:extLst>
          </p:cNvPr>
          <p:cNvPicPr>
            <a:picLocks noChangeAspect="1"/>
          </p:cNvPicPr>
          <p:nvPr/>
        </p:nvPicPr>
        <p:blipFill>
          <a:blip r:embed="rId3"/>
          <a:stretch>
            <a:fillRect/>
          </a:stretch>
        </p:blipFill>
        <p:spPr>
          <a:xfrm>
            <a:off x="2146223" y="1682931"/>
            <a:ext cx="1846295" cy="3199312"/>
          </a:xfrm>
          <a:prstGeom prst="rect">
            <a:avLst/>
          </a:prstGeom>
        </p:spPr>
      </p:pic>
      <p:sp>
        <p:nvSpPr>
          <p:cNvPr id="9" name="Subtitle 3">
            <a:extLst>
              <a:ext uri="{FF2B5EF4-FFF2-40B4-BE49-F238E27FC236}">
                <a16:creationId xmlns:a16="http://schemas.microsoft.com/office/drawing/2014/main" id="{56345A6C-A4AA-988A-8AFA-438CB50E42D9}"/>
              </a:ext>
            </a:extLst>
          </p:cNvPr>
          <p:cNvSpPr txBox="1">
            <a:spLocks/>
          </p:cNvSpPr>
          <p:nvPr/>
        </p:nvSpPr>
        <p:spPr>
          <a:xfrm>
            <a:off x="4898573" y="666206"/>
            <a:ext cx="3239588" cy="66838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Advent Pro Medium"/>
              <a:buNone/>
              <a:defRPr sz="1600" b="0" i="0" u="none" strike="noStrike" cap="none">
                <a:solidFill>
                  <a:schemeClr val="lt1"/>
                </a:solidFill>
                <a:latin typeface="Advent Pro Medium"/>
                <a:ea typeface="Advent Pro Medium"/>
                <a:cs typeface="Advent Pro Medium"/>
                <a:sym typeface="Advent Pro Medium"/>
              </a:defRPr>
            </a:lvl1pPr>
            <a:lvl2pPr marL="914400" marR="0" lvl="1"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2pPr>
            <a:lvl3pPr marL="1371600" marR="0" lvl="2"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3pPr>
            <a:lvl4pPr marL="1828800" marR="0" lvl="3"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4pPr>
            <a:lvl5pPr marL="2286000" marR="0" lvl="4"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5pPr>
            <a:lvl6pPr marL="2743200" marR="0" lvl="5"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6pPr>
            <a:lvl7pPr marL="3200400" marR="0" lvl="6"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7pPr>
            <a:lvl8pPr marL="3657600" marR="0" lvl="7"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8pPr>
            <a:lvl9pPr marL="4114800" marR="0" lvl="8"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9pPr>
          </a:lstStyle>
          <a:p>
            <a:r>
              <a:rPr lang="en-US" dirty="0" err="1"/>
              <a:t>Shembulli</a:t>
            </a:r>
            <a:r>
              <a:rPr lang="en-US" dirty="0"/>
              <a:t> 6.</a:t>
            </a:r>
          </a:p>
          <a:p>
            <a:r>
              <a:rPr lang="en-US" dirty="0" err="1"/>
              <a:t>Nje</a:t>
            </a:r>
            <a:r>
              <a:rPr lang="en-US" dirty="0"/>
              <a:t> </a:t>
            </a:r>
            <a:r>
              <a:rPr lang="en-US" dirty="0" err="1"/>
              <a:t>numer</a:t>
            </a:r>
            <a:r>
              <a:rPr lang="en-US" dirty="0"/>
              <a:t> </a:t>
            </a:r>
            <a:r>
              <a:rPr lang="en-US" dirty="0" err="1"/>
              <a:t>i</a:t>
            </a:r>
            <a:r>
              <a:rPr lang="en-US" dirty="0"/>
              <a:t> </a:t>
            </a:r>
            <a:r>
              <a:rPr lang="en-US" dirty="0" err="1"/>
              <a:t>ngritur</a:t>
            </a:r>
            <a:r>
              <a:rPr lang="en-US" dirty="0"/>
              <a:t> ne </a:t>
            </a:r>
            <a:r>
              <a:rPr lang="en-US" dirty="0" err="1"/>
              <a:t>fuqin</a:t>
            </a:r>
            <a:r>
              <a:rPr lang="en-US" dirty="0"/>
              <a:t> 2 </a:t>
            </a:r>
          </a:p>
        </p:txBody>
      </p:sp>
      <p:pic>
        <p:nvPicPr>
          <p:cNvPr id="11" name="Picture 10">
            <a:extLst>
              <a:ext uri="{FF2B5EF4-FFF2-40B4-BE49-F238E27FC236}">
                <a16:creationId xmlns:a16="http://schemas.microsoft.com/office/drawing/2014/main" id="{5371EB0C-ED41-9B3E-E1D3-0B5A3CBB4B19}"/>
              </a:ext>
            </a:extLst>
          </p:cNvPr>
          <p:cNvPicPr>
            <a:picLocks noChangeAspect="1"/>
          </p:cNvPicPr>
          <p:nvPr/>
        </p:nvPicPr>
        <p:blipFill>
          <a:blip r:embed="rId4"/>
          <a:stretch>
            <a:fillRect/>
          </a:stretch>
        </p:blipFill>
        <p:spPr>
          <a:xfrm>
            <a:off x="4898573" y="1682931"/>
            <a:ext cx="1938914" cy="3199312"/>
          </a:xfrm>
          <a:prstGeom prst="rect">
            <a:avLst/>
          </a:prstGeom>
        </p:spPr>
      </p:pic>
      <p:pic>
        <p:nvPicPr>
          <p:cNvPr id="13" name="Picture 12">
            <a:extLst>
              <a:ext uri="{FF2B5EF4-FFF2-40B4-BE49-F238E27FC236}">
                <a16:creationId xmlns:a16="http://schemas.microsoft.com/office/drawing/2014/main" id="{36C7B231-ABB3-7EFE-D6C3-9AAAA3A36426}"/>
              </a:ext>
            </a:extLst>
          </p:cNvPr>
          <p:cNvPicPr>
            <a:picLocks noChangeAspect="1"/>
          </p:cNvPicPr>
          <p:nvPr/>
        </p:nvPicPr>
        <p:blipFill>
          <a:blip r:embed="rId5"/>
          <a:stretch>
            <a:fillRect/>
          </a:stretch>
        </p:blipFill>
        <p:spPr>
          <a:xfrm>
            <a:off x="7039701" y="1682931"/>
            <a:ext cx="1938914" cy="3199312"/>
          </a:xfrm>
          <a:prstGeom prst="rect">
            <a:avLst/>
          </a:prstGeom>
        </p:spPr>
      </p:pic>
      <p:sp>
        <p:nvSpPr>
          <p:cNvPr id="2" name="Arrow: Left 1">
            <a:extLst>
              <a:ext uri="{FF2B5EF4-FFF2-40B4-BE49-F238E27FC236}">
                <a16:creationId xmlns:a16="http://schemas.microsoft.com/office/drawing/2014/main" id="{4EA8DD21-9C35-8818-EFAC-774F80AF8555}"/>
              </a:ext>
            </a:extLst>
          </p:cNvPr>
          <p:cNvSpPr/>
          <p:nvPr/>
        </p:nvSpPr>
        <p:spPr>
          <a:xfrm>
            <a:off x="513806" y="3265715"/>
            <a:ext cx="217714" cy="11321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Arrow: Left 2">
            <a:extLst>
              <a:ext uri="{FF2B5EF4-FFF2-40B4-BE49-F238E27FC236}">
                <a16:creationId xmlns:a16="http://schemas.microsoft.com/office/drawing/2014/main" id="{B8EFAD33-BF01-A416-A9AE-3CAD8A17D500}"/>
              </a:ext>
            </a:extLst>
          </p:cNvPr>
          <p:cNvSpPr/>
          <p:nvPr/>
        </p:nvSpPr>
        <p:spPr>
          <a:xfrm>
            <a:off x="5759173" y="3265715"/>
            <a:ext cx="217714" cy="11321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857245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54BA66D-D03B-EB34-928D-5685E991980E}"/>
              </a:ext>
            </a:extLst>
          </p:cNvPr>
          <p:cNvSpPr>
            <a:spLocks noGrp="1"/>
          </p:cNvSpPr>
          <p:nvPr>
            <p:ph type="title" idx="6"/>
          </p:nvPr>
        </p:nvSpPr>
        <p:spPr>
          <a:xfrm>
            <a:off x="3056165" y="2285400"/>
            <a:ext cx="7717500" cy="572700"/>
          </a:xfrm>
        </p:spPr>
        <p:txBody>
          <a:bodyPr/>
          <a:lstStyle/>
          <a:p>
            <a:r>
              <a:rPr lang="en-US" dirty="0" err="1">
                <a:solidFill>
                  <a:schemeClr val="accent1">
                    <a:lumMod val="75000"/>
                  </a:schemeClr>
                </a:solidFill>
              </a:rPr>
              <a:t>Faleminderit</a:t>
            </a:r>
            <a:r>
              <a:rPr lang="en-US">
                <a:solidFill>
                  <a:schemeClr val="accent1">
                    <a:lumMod val="75000"/>
                  </a:schemeClr>
                </a:solidFill>
              </a:rPr>
              <a:t>!</a:t>
            </a:r>
            <a:endParaRPr lang="de-DE" dirty="0">
              <a:solidFill>
                <a:schemeClr val="accent1">
                  <a:lumMod val="75000"/>
                </a:schemeClr>
              </a:solidFill>
            </a:endParaRPr>
          </a:p>
        </p:txBody>
      </p:sp>
      <p:pic>
        <p:nvPicPr>
          <p:cNvPr id="9" name="Google Shape;1205;p66">
            <a:extLst>
              <a:ext uri="{FF2B5EF4-FFF2-40B4-BE49-F238E27FC236}">
                <a16:creationId xmlns:a16="http://schemas.microsoft.com/office/drawing/2014/main" id="{9B812F01-35E1-91FD-D00F-75CD4BB564A9}"/>
              </a:ext>
            </a:extLst>
          </p:cNvPr>
          <p:cNvPicPr preferRelativeResize="0"/>
          <p:nvPr/>
        </p:nvPicPr>
        <p:blipFill>
          <a:blip r:embed="rId2">
            <a:alphaModFix/>
          </a:blip>
          <a:stretch>
            <a:fillRect/>
          </a:stretch>
        </p:blipFill>
        <p:spPr>
          <a:xfrm rot="5400000">
            <a:off x="5448024" y="-596815"/>
            <a:ext cx="4916874" cy="3637250"/>
          </a:xfrm>
          <a:prstGeom prst="rect">
            <a:avLst/>
          </a:prstGeom>
          <a:noFill/>
          <a:ln>
            <a:noFill/>
          </a:ln>
        </p:spPr>
      </p:pic>
      <p:pic>
        <p:nvPicPr>
          <p:cNvPr id="10" name="Google Shape;1205;p66">
            <a:extLst>
              <a:ext uri="{FF2B5EF4-FFF2-40B4-BE49-F238E27FC236}">
                <a16:creationId xmlns:a16="http://schemas.microsoft.com/office/drawing/2014/main" id="{46682905-DB76-F1DC-82BB-F022A7ACADE2}"/>
              </a:ext>
            </a:extLst>
          </p:cNvPr>
          <p:cNvPicPr preferRelativeResize="0"/>
          <p:nvPr/>
        </p:nvPicPr>
        <p:blipFill>
          <a:blip r:embed="rId2">
            <a:alphaModFix/>
          </a:blip>
          <a:stretch>
            <a:fillRect/>
          </a:stretch>
        </p:blipFill>
        <p:spPr>
          <a:xfrm rot="5400000">
            <a:off x="6685563" y="1382648"/>
            <a:ext cx="4916874" cy="3637250"/>
          </a:xfrm>
          <a:prstGeom prst="rect">
            <a:avLst/>
          </a:prstGeom>
          <a:noFill/>
          <a:ln>
            <a:noFill/>
          </a:ln>
        </p:spPr>
      </p:pic>
    </p:spTree>
    <p:extLst>
      <p:ext uri="{BB962C8B-B14F-4D97-AF65-F5344CB8AC3E}">
        <p14:creationId xmlns:p14="http://schemas.microsoft.com/office/powerpoint/2010/main" val="2090350284"/>
      </p:ext>
    </p:extLst>
  </p:cSld>
  <p:clrMapOvr>
    <a:masterClrMapping/>
  </p:clrMapOvr>
</p:sld>
</file>

<file path=ppt/theme/theme1.xml><?xml version="1.0" encoding="utf-8"?>
<a:theme xmlns:a="http://schemas.openxmlformats.org/drawingml/2006/main" name="Software Testing Company by Slidesgo">
  <a:themeElements>
    <a:clrScheme name="Simple Light">
      <a:dk1>
        <a:srgbClr val="FFFFFF"/>
      </a:dk1>
      <a:lt1>
        <a:srgbClr val="FFFFFF"/>
      </a:lt1>
      <a:dk2>
        <a:srgbClr val="000607"/>
      </a:dk2>
      <a:lt2>
        <a:srgbClr val="004651"/>
      </a:lt2>
      <a:accent1>
        <a:srgbClr val="00AB8D"/>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320</Words>
  <Application>Microsoft Office PowerPoint</Application>
  <PresentationFormat>On-screen Show (16:9)</PresentationFormat>
  <Paragraphs>38</Paragraphs>
  <Slides>21</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Aldrich</vt:lpstr>
      <vt:lpstr>Roboto Condensed Light</vt:lpstr>
      <vt:lpstr>Arial</vt:lpstr>
      <vt:lpstr>Chivo</vt:lpstr>
      <vt:lpstr>Abhaya Libre</vt:lpstr>
      <vt:lpstr>Times New Roman</vt:lpstr>
      <vt:lpstr>Advent Pro</vt:lpstr>
      <vt:lpstr>Advent Pro Medium</vt:lpstr>
      <vt:lpstr>Software Testing Company by Slidesgo</vt:lpstr>
      <vt:lpstr>MATEMATIKE 1 Tema: Kalkulatori</vt:lpstr>
      <vt:lpstr>01</vt:lpstr>
      <vt:lpstr>Hyrje</vt:lpstr>
      <vt:lpstr>Përshkrimi i funksioneve që mundëson kalkualtori  </vt:lpstr>
      <vt:lpstr>02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03</vt:lpstr>
      <vt:lpstr>- IDE-n qe kam perzgjedhur per ta shkruar kodin eshte Neatbeans. Si fillim krijojme nje projekt te ri, me pas klikojme New project, zgjedhim kategorin Java with Ant  dhe projekt:  Java Aplication klikojme next dhe vendosim emrin e deshiruar te projektit. Pastaj e krijojm nje jFrame form. - Ne jFrame ne e dizajnojme  kalkulatorin varesisht prej deshires tone. Si fillim marrim nje Panel per ti dhene nje ngjyre kalkulatorit, marrim butonat ku do te vendosim numrat dhe shenjat dhe marrim nje TextField qe te na mundesoj te shfaqen numrat pas krijimit te kodit. Tek opsioni Properties ne mund te shkruajme tekstin qe deshirojme, ta ndryshojme madhesine e tekstit poashtu dhe ngjyren ne background. - Tek Designs klikojm ne jFrame dhe ne properties =&gt; name, e emertojme jFrame “Calculator”. - Pastaj klikojm ne secilin buton me radhe dhe shkruajm kodin perkates per secalin funksion qe te mundesojme llogaritjen e numrave te ndryshem. </vt:lpstr>
      <vt:lpstr>Shembuj</vt:lpstr>
      <vt:lpstr>PowerPoint Presentation</vt:lpstr>
      <vt:lpstr>PowerPoint Presentation</vt:lpstr>
      <vt:lpstr>PowerPoint Presentation</vt:lpstr>
      <vt:lpstr>PowerPoint Presentation</vt:lpstr>
      <vt:lpstr>PowerPoint Presentation</vt:lpstr>
      <vt:lpstr>Faleminderit!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MATEMATIKE Tema: Kalkulatori</dc:title>
  <dc:creator>Blenda</dc:creator>
  <cp:lastModifiedBy>Blenda Abazi</cp:lastModifiedBy>
  <cp:revision>1</cp:revision>
  <dcterms:modified xsi:type="dcterms:W3CDTF">2023-03-08T22:25:32Z</dcterms:modified>
</cp:coreProperties>
</file>