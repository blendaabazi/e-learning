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288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D89DBC-1CBE-43C6-B06F-C345277A49F8}">
  <a:tblStyle styleId="{8BD89DBC-1CBE-43C6-B06F-C345277A49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396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140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747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454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186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53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574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699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943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0100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9590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674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33598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2315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810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2172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73304" y="2075380"/>
            <a:ext cx="7294651" cy="9889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accent1">
                    <a:lumMod val="50000"/>
                  </a:schemeClr>
                </a:solidFill>
              </a:rPr>
              <a:t>MENAXHIMI I PROJEKTEVE</a:t>
            </a:r>
            <a:br>
              <a:rPr lang="en" sz="40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" sz="4000" b="1" dirty="0">
                <a:solidFill>
                  <a:schemeClr val="accent1">
                    <a:lumMod val="50000"/>
                  </a:schemeClr>
                </a:solidFill>
              </a:rPr>
              <a:t>HYRJA</a:t>
            </a:r>
            <a:endParaRPr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517167" y="3394261"/>
            <a:ext cx="3893907" cy="777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Prof. Engelbert Zefaj 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TETOR 2024</a:t>
            </a:r>
            <a:endParaRPr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48141" y="400693"/>
            <a:ext cx="1212350" cy="121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814218" y="408449"/>
            <a:ext cx="75155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PMBOK – Project Management Body of </a:t>
            </a:r>
            <a:r>
              <a:rPr lang="sq-AL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sq-AL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ledege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594360" y="1124712"/>
            <a:ext cx="77354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Menaxhimi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bëj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aplikimin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njohurive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shkathtësive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mjeteve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teknikave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kërkohen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Menaxhimi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duke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aplikuar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mënyrë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integruar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42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logjike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ndara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grupe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ndryshme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grupë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None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Fillimi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Planifikimi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Ekzekutimi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Kontrolli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Përfundimi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713434" y="980468"/>
            <a:ext cx="77354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Dokumentimi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ndryshme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rrjedhë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logjike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dokumentimit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Dokumentimi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seksionin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hyrjes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përfundon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seksionin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kornizës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logjike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Këto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dokumentim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DCC6F-EA10-A8EB-9B89-820F4B4006F2}"/>
              </a:ext>
            </a:extLst>
          </p:cNvPr>
          <p:cNvSpPr txBox="1"/>
          <p:nvPr/>
        </p:nvSpPr>
        <p:spPr>
          <a:xfrm>
            <a:off x="704289" y="2912132"/>
            <a:ext cx="43340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HYRJE</a:t>
            </a:r>
          </a:p>
          <a:p>
            <a:pPr marL="457200" indent="-457200" algn="just"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FFUSHËVEPRIMI I PROJEKTIT</a:t>
            </a:r>
          </a:p>
          <a:p>
            <a:pPr marL="457200" indent="-457200" algn="just"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FUSHËVEPRIMI I PRODUKTIT</a:t>
            </a:r>
          </a:p>
          <a:p>
            <a:pPr marL="457200" indent="-457200" algn="just"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ARSYETIMI I PROJEKTIT</a:t>
            </a:r>
          </a:p>
          <a:p>
            <a:pPr marL="457200" indent="-457200" algn="just"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STUDIMI I FIZIBILITETIT</a:t>
            </a:r>
          </a:p>
          <a:p>
            <a:pPr marL="457200" indent="-457200" algn="just"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PALËT E INTERESIT</a:t>
            </a:r>
          </a:p>
          <a:p>
            <a:pPr marL="457200" indent="-457200" algn="just"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NDARJES SË PUNËVE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8A011-D4F8-5F0D-56FA-94E98DBDF467}"/>
              </a:ext>
            </a:extLst>
          </p:cNvPr>
          <p:cNvSpPr txBox="1"/>
          <p:nvPr/>
        </p:nvSpPr>
        <p:spPr>
          <a:xfrm>
            <a:off x="5038344" y="2919460"/>
            <a:ext cx="37673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    EKZEKTUIMI I PROJEKTIT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    KOSTOT E PROJEKTIT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  MENAXHIMI I BLERJEVE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  MENAXHIMI I RREZIKUT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  MENAXHIMI I CILËSISË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  DORËZIMI I PROJEKTIT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  KORNIZA LOGJIKE E PROJEKTIT</a:t>
            </a:r>
          </a:p>
        </p:txBody>
      </p:sp>
    </p:spTree>
    <p:extLst>
      <p:ext uri="{BB962C8B-B14F-4D97-AF65-F5344CB8AC3E}">
        <p14:creationId xmlns:p14="http://schemas.microsoft.com/office/powerpoint/2010/main" val="3512428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713434" y="980468"/>
            <a:ext cx="77354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Hyrje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kapitullin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hyrje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tregohet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lidhur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temën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trajton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kryesor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arsyeja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trajtuar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relevanca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kompetencat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kredibilitetin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autoritetin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posdeon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realizuar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t'i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qasesh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metodash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veglash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teknikash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rezultatesh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planifikoni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arritni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shkurtimisht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përmban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dokumenti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vijim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secilin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seksion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05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256032" y="980468"/>
            <a:ext cx="81928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Fushëveprimi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titullin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qëllimi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objektivat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shkurtimisht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nevojat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shkurtimisht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planifikohen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arrihen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shkurtimisht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veçoritë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dorëzohen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shkurtimisht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kriteret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fund do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t'i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plotësojë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shkurtimisht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kushtëzime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shtetëore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profesionale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teknike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etj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përcjellin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shkurtimisht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njerëzor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teknologji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realziimin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harten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rrugëtimin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cilin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rreziqet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mund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dalin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teknologjia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ligjet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krizat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mund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pengojnë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Analzia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SWOT -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anët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dobëta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mundësitë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rreziqet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nëpërmjet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SWOT</a:t>
            </a:r>
          </a:p>
        </p:txBody>
      </p:sp>
    </p:spTree>
    <p:extLst>
      <p:ext uri="{BB962C8B-B14F-4D97-AF65-F5344CB8AC3E}">
        <p14:creationId xmlns:p14="http://schemas.microsoft.com/office/powerpoint/2010/main" val="651371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475588" y="1282220"/>
            <a:ext cx="819282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Fushëveprimi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se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cka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Shpejgo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krijuar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përdoruesit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përfitimesh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sjell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përdoruesit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dizajnit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pjesë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mjedisi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njerëzish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mjedisi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përdorur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krijuar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performances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miqësinë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njerëzit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ambientin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se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përshtatet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ligjet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njerëzore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Analzia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SWOT/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anët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dobëta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mundësitë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rreziqet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nëpërmjet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SWOT</a:t>
            </a:r>
          </a:p>
        </p:txBody>
      </p:sp>
    </p:spTree>
    <p:extLst>
      <p:ext uri="{BB962C8B-B14F-4D97-AF65-F5344CB8AC3E}">
        <p14:creationId xmlns:p14="http://schemas.microsoft.com/office/powerpoint/2010/main" val="302774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475588" y="1282220"/>
            <a:ext cx="81928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Arsyetimi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Rezultatet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Pritura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Përpilo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gjitha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arsyet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identifikuara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secilen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arsye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fakte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Përpilo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gjitha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planifikuar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t'i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arrini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secilin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përqindje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ndjenja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nivelin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kënaqësisë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090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475588" y="1051023"/>
            <a:ext cx="81928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Studimi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Fizibilitetit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Shpjegoje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shoqërinë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kryhet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teknike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pajisjet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objektet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mjedisin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teknologjine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maqineritë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gjithcka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mbështet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kapital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nevojitet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merrni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shpenzohet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tregut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nëse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përmbushë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kërkesat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tuaja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realizimin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qendrueshmërin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ekologjike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nëse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ajëri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uji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gjithcka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mjedisore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përshtatshme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ligjore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nëse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ligjet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udhëzimet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rregulloret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juridike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përshtaten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organizative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nëse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kapacitete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njerëzore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realzimin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75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475588" y="1417588"/>
            <a:ext cx="8192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Palët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Interesit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kush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palët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interesit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përgjegjësit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lidhur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Përshkruaje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secilin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interesit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RACI</a:t>
            </a:r>
          </a:p>
        </p:txBody>
      </p:sp>
    </p:spTree>
    <p:extLst>
      <p:ext uri="{BB962C8B-B14F-4D97-AF65-F5344CB8AC3E}">
        <p14:creationId xmlns:p14="http://schemas.microsoft.com/office/powerpoint/2010/main" val="38582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475588" y="1417588"/>
            <a:ext cx="81928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Breakdown Structure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Shpejgo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strukturuar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ekipa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realzimin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impelementimin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ndodh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secilen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secilit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paketat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duhen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kryer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Analzia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SWOT/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anët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dobëta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mundësitë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rreziqet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nëpërmjet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SWOT</a:t>
            </a:r>
          </a:p>
        </p:txBody>
      </p:sp>
    </p:spTree>
    <p:extLst>
      <p:ext uri="{BB962C8B-B14F-4D97-AF65-F5344CB8AC3E}">
        <p14:creationId xmlns:p14="http://schemas.microsoft.com/office/powerpoint/2010/main" val="2230389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484732" y="1143268"/>
            <a:ext cx="819282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Ekzekutimi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komplet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ekzekutimit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Ideja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Dorëzimi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lindjes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idesë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kompletimit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ekipit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planifikimit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punimeve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krijimit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</a:p>
        </p:txBody>
      </p:sp>
    </p:spTree>
    <p:extLst>
      <p:ext uri="{BB962C8B-B14F-4D97-AF65-F5344CB8AC3E}">
        <p14:creationId xmlns:p14="http://schemas.microsoft.com/office/powerpoint/2010/main" val="1945777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612748" y="1307860"/>
            <a:ext cx="77354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Shpjegimi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Kostove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Përpilohet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njerëzve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tyre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angazhohen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paguhen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Përpilohet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mallërave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shërbimeve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punëve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duhet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paguhen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8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612748" y="1307860"/>
            <a:ext cx="77354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Menaxhimi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Blerjeve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tregut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nevojat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çmimeve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mallërat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shërbimet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nevojshme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furnitorëve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ftohen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bashkëpunim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kryerjes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blerjeve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ekzekutimit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Përshkrimi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pranimit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mallërave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pajisjeve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blera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7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905306" y="1294477"/>
            <a:ext cx="73333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Menaxhimi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Rrezikut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njerëzve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Teknologjisë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Menaxhmentit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mjedisore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ligjore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Fishbone</a:t>
            </a:r>
          </a:p>
        </p:txBody>
      </p:sp>
    </p:spTree>
    <p:extLst>
      <p:ext uri="{BB962C8B-B14F-4D97-AF65-F5344CB8AC3E}">
        <p14:creationId xmlns:p14="http://schemas.microsoft.com/office/powerpoint/2010/main" val="4254585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905306" y="1294477"/>
            <a:ext cx="73333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Menaxhimi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Cilësisë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cilësia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shpjegohet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cilësia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cilësia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blerjeve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mallërave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shërbimeve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kënaqësia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klientit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69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905306" y="1294477"/>
            <a:ext cx="7333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Dorëzimi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Kujt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produkti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porositësi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mënyre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Cfarë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përcjellës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dorëzohet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klienti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62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13434" y="399158"/>
            <a:ext cx="77354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STRUKTURA E DOKUMENTIMIT TE PROJEKTIT </a:t>
            </a:r>
            <a:endParaRPr lang="sq-A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DDB40-9363-5486-1E48-5C6E854D853E}"/>
              </a:ext>
            </a:extLst>
          </p:cNvPr>
          <p:cNvSpPr txBox="1"/>
          <p:nvPr/>
        </p:nvSpPr>
        <p:spPr>
          <a:xfrm>
            <a:off x="713434" y="1294477"/>
            <a:ext cx="75252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Korniza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Logjike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indikatorë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arritjen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qëllimeve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indikatorë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arritjen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objektivave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projektit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indikatorë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aktivitetet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kryera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Trego me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indikatorë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arritura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Matriksa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specifike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301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565147" y="2027245"/>
            <a:ext cx="608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sz="67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FALEMINDERIT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1167</Words>
  <Application>Microsoft Office PowerPoint</Application>
  <PresentationFormat>On-screen Show (16:9)</PresentationFormat>
  <Paragraphs>151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Simple Light</vt:lpstr>
      <vt:lpstr>MENAXHIMI I PROJEKTEVE HYRJA</vt:lpstr>
      <vt:lpstr>PMBOK – Project Management Body of Knowledege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STRUKTURA E DOKUMENTIMIT TE PROJEKTIT </vt:lpstr>
      <vt:lpstr>FALEMINDERIT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FINANANCAT E NDERMARRJEVE PUBLIKE</dc:title>
  <dc:creator>Berti</dc:creator>
  <cp:lastModifiedBy>Engelbert  Zefaj</cp:lastModifiedBy>
  <cp:revision>70</cp:revision>
  <dcterms:modified xsi:type="dcterms:W3CDTF">2024-10-07T08:30:31Z</dcterms:modified>
</cp:coreProperties>
</file>